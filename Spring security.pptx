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81201-5148-4F20-AAE1-232F2EC8FBA2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62BC-10C4-463E-93E9-0858C59FA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571480"/>
            <a:ext cx="49625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357298"/>
            <a:ext cx="9144000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309813"/>
            <a:ext cx="9286908" cy="2762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85728"/>
            <a:ext cx="9144000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2857496"/>
            <a:ext cx="9144064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095374"/>
            <a:ext cx="9143999" cy="5119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92964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25" y="1089025"/>
            <a:ext cx="8870950" cy="467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5" y="2955925"/>
            <a:ext cx="86677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5" y="1514475"/>
            <a:ext cx="828675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6"/>
            <a:ext cx="873125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4357694"/>
            <a:ext cx="778192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5" y="942975"/>
            <a:ext cx="86677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725" y="1203325"/>
            <a:ext cx="871855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1339850"/>
            <a:ext cx="8953500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3402" y="3244334"/>
            <a:ext cx="3337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https://github.com/ashokitschool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3</Words>
  <Application>Microsoft Office PowerPoint</Application>
  <PresentationFormat>On-screen Show (4:3)</PresentationFormat>
  <Paragraphs>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15</cp:revision>
  <dcterms:created xsi:type="dcterms:W3CDTF">2023-12-15T10:32:32Z</dcterms:created>
  <dcterms:modified xsi:type="dcterms:W3CDTF">2025-08-22T05:38:57Z</dcterms:modified>
</cp:coreProperties>
</file>