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374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93" r:id="rId22"/>
    <p:sldId id="312" r:id="rId23"/>
    <p:sldId id="313" r:id="rId24"/>
    <p:sldId id="377" r:id="rId25"/>
    <p:sldId id="378" r:id="rId26"/>
    <p:sldId id="379" r:id="rId27"/>
    <p:sldId id="380" r:id="rId28"/>
    <p:sldId id="314" r:id="rId29"/>
    <p:sldId id="315" r:id="rId30"/>
    <p:sldId id="316" r:id="rId31"/>
    <p:sldId id="375" r:id="rId32"/>
    <p:sldId id="392" r:id="rId33"/>
    <p:sldId id="37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0798-3639-429B-BF03-3C23CF6C5054}" type="datetimeFigureOut">
              <a:rPr lang="en-US" smtClean="0"/>
              <a:pPr/>
              <a:t>4/19/2023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3225"/>
            <a:ext cx="9144000" cy="605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3875"/>
            <a:ext cx="914400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738" y="814388"/>
            <a:ext cx="801052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400" y="1758950"/>
            <a:ext cx="6807200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7848872" cy="4749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714356"/>
            <a:ext cx="8693179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65125"/>
            <a:ext cx="8748464" cy="587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1"/>
            <a:ext cx="8964488" cy="564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4175"/>
            <a:ext cx="9144000" cy="608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1475"/>
            <a:ext cx="8604448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7825"/>
            <a:ext cx="8964488" cy="610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725" y="1590675"/>
            <a:ext cx="795655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254" y="390525"/>
            <a:ext cx="8748464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246" y="473075"/>
            <a:ext cx="8820472" cy="591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9425"/>
            <a:ext cx="9144000" cy="589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3875"/>
            <a:ext cx="914400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6725"/>
            <a:ext cx="914400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7525"/>
            <a:ext cx="9144000" cy="582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925" y="1546225"/>
            <a:ext cx="8566150" cy="376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"/>
            <a:ext cx="9144000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1325"/>
            <a:ext cx="8929718" cy="597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2925"/>
            <a:ext cx="9396536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144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4975"/>
            <a:ext cx="9144000" cy="598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5925"/>
            <a:ext cx="9144000" cy="602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5694"/>
            <a:ext cx="9144000" cy="608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0686"/>
            <a:ext cx="9036496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1508125"/>
            <a:ext cx="7448550" cy="384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144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600073"/>
            <a:ext cx="8929718" cy="5615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2775"/>
            <a:ext cx="9144000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0</Words>
  <Application>Microsoft Office PowerPoint</Application>
  <PresentationFormat>On-screen Show (4:3)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Windows User</cp:lastModifiedBy>
  <cp:revision>85</cp:revision>
  <dcterms:created xsi:type="dcterms:W3CDTF">2021-01-30T02:38:05Z</dcterms:created>
  <dcterms:modified xsi:type="dcterms:W3CDTF">2023-04-19T16:21:16Z</dcterms:modified>
</cp:coreProperties>
</file>