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49404-0E83-484D-BDA5-C533AEFB50EB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9BEE1-5492-4A4F-AA19-57A5B4726D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57350"/>
            <a:ext cx="952500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1125"/>
            <a:ext cx="11703050" cy="663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85925"/>
            <a:ext cx="9531350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222500"/>
            <a:ext cx="6248400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575" y="1147763"/>
            <a:ext cx="68008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6675" y="1476375"/>
            <a:ext cx="6470650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2088" y="728663"/>
            <a:ext cx="6219825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3" y="2005013"/>
            <a:ext cx="89820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9663" y="2595563"/>
            <a:ext cx="6924675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4125" y="1965325"/>
            <a:ext cx="6635750" cy="292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3" y="1747838"/>
            <a:ext cx="90582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2075" y="1946275"/>
            <a:ext cx="641985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https://delbridge.solutions/mongodb-crud-operations/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</Words>
  <Application>Microsoft Office PowerPoint</Application>
  <PresentationFormat>On-screen Show (4:3)</PresentationFormat>
  <Paragraphs>1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3</cp:revision>
  <dcterms:created xsi:type="dcterms:W3CDTF">2025-07-02T16:19:16Z</dcterms:created>
  <dcterms:modified xsi:type="dcterms:W3CDTF">2025-07-02T16:40:48Z</dcterms:modified>
</cp:coreProperties>
</file>