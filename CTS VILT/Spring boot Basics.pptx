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318" r:id="rId4"/>
    <p:sldId id="321" r:id="rId5"/>
    <p:sldId id="319" r:id="rId6"/>
    <p:sldId id="320" r:id="rId7"/>
    <p:sldId id="257" r:id="rId8"/>
    <p:sldId id="331" r:id="rId9"/>
    <p:sldId id="258" r:id="rId10"/>
    <p:sldId id="322" r:id="rId11"/>
    <p:sldId id="259" r:id="rId12"/>
    <p:sldId id="260" r:id="rId13"/>
    <p:sldId id="316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325" r:id="rId25"/>
    <p:sldId id="326" r:id="rId26"/>
    <p:sldId id="332" r:id="rId27"/>
    <p:sldId id="327" r:id="rId28"/>
    <p:sldId id="328" r:id="rId29"/>
    <p:sldId id="329" r:id="rId30"/>
    <p:sldId id="330" r:id="rId31"/>
    <p:sldId id="333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314" r:id="rId46"/>
    <p:sldId id="31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23" r:id="rId56"/>
    <p:sldId id="324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2274838"/>
            <a:ext cx="82868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What is Spring Boot ?</a:t>
            </a:r>
          </a:p>
          <a:p>
            <a:pPr fontAlgn="base"/>
            <a:r>
              <a:rPr lang="en-US" dirty="0"/>
              <a:t>Spring Boot is a combination of two words “Spring” and “Boot”. Here, the word ‘Spring’ represents a Spring Application. The word ‘Boot’ represents bootstrap. Hence, Spring Boot is an open-source java-based framework that helps in bootstrapping the Spring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Spring Boot is the combination of </a:t>
            </a:r>
            <a:r>
              <a:rPr lang="en-US" b="1" dirty="0"/>
              <a:t>Spring Framework</a:t>
            </a:r>
            <a:r>
              <a:rPr lang="en-US" dirty="0"/>
              <a:t> and </a:t>
            </a:r>
            <a:r>
              <a:rPr lang="en-US" b="1" dirty="0"/>
              <a:t>Embedded Servers</a:t>
            </a:r>
            <a:r>
              <a:rPr lang="en-US" dirty="0"/>
              <a:t>.</a:t>
            </a:r>
          </a:p>
          <a:p>
            <a:r>
              <a:rPr lang="en-US" dirty="0"/>
              <a:t>In Spring Boot, there is no requirement for XML configuration (deployment descriptor). It uses convention over configuration software design paradigm that means it decreases the effort of the developer.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Spring Bo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64904"/>
            <a:ext cx="7620000" cy="1933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844" y="499191"/>
            <a:ext cx="885831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main goal </a:t>
            </a:r>
            <a:r>
              <a:rPr lang="en-US" sz="2400" b="1" dirty="0"/>
              <a:t>of Spring Boot Framework </a:t>
            </a:r>
            <a:r>
              <a:rPr lang="en-US" sz="2400" dirty="0"/>
              <a:t>is to </a:t>
            </a:r>
            <a:r>
              <a:rPr lang="en-US" sz="2400" b="1" dirty="0"/>
              <a:t>reduce Development, Unit Test and Integration Test time and to ease the development of Production ready web applications very easily compared to existing Spring Framework</a:t>
            </a:r>
            <a:r>
              <a:rPr lang="en-US" sz="2400" dirty="0"/>
              <a:t>, which really takes more time.</a:t>
            </a:r>
          </a:p>
          <a:p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XML Configuration completely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defining more Annotation Configuration(It combined some existing Spring Framework Annotations to a simple and single Annotation)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avoid writing lots of import statements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provide some defaults to quick start new projects within no time.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To provide Opinionated Development approach.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By providing or avoiding these things, Spring Boot Framework reduces Development time, Developer Effort and increases productivity.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51F46-52A9-33B6-B428-062150E5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8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285728"/>
            <a:ext cx="9154846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36725"/>
            <a:ext cx="91440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" y="892175"/>
            <a:ext cx="88011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8929718" cy="67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670" y="500042"/>
            <a:ext cx="900233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6" y="714356"/>
            <a:ext cx="9142124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214290"/>
            <a:ext cx="8858280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290"/>
            <a:ext cx="7429552" cy="664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8858312" cy="6572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0108"/>
            <a:ext cx="83534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3" y="414359"/>
            <a:ext cx="860107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71414"/>
            <a:ext cx="8501090" cy="677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413" y="1471613"/>
            <a:ext cx="78771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8072494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940" y="1357298"/>
            <a:ext cx="8594117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D4745-CBCF-F69F-AFDA-5C1C5AD8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" y="1671392"/>
            <a:ext cx="903096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60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B2279-A47B-2A40-F496-F33C8AF0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" y="1985761"/>
            <a:ext cx="907859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59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44653-DBCB-F148-72E2-45369C2E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1952419"/>
            <a:ext cx="805927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26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5A78-6CAD-51DF-FFCA-13427E62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FB0CD-3EA9-753C-6702-41EDF628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7" y="875943"/>
            <a:ext cx="849748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34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7E5E-C67C-9A41-C443-63367ACD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98651-B66D-1FDD-90BE-C5A93F1C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2242972"/>
            <a:ext cx="8059275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47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A2C8-8099-F3BF-368F-E09EC5A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566A9-FDFE-AF51-7302-A19F9619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8531"/>
            <a:ext cx="9144000" cy="46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67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D9DA-A792-1585-6756-FCFB6A09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C5D8C-08AB-7819-D486-E450663E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1857155"/>
            <a:ext cx="645885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99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1FDD0-8285-D7E0-2435-CABDFD6A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2" y="2271551"/>
            <a:ext cx="899285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56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63" y="928688"/>
            <a:ext cx="85248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3797" y="500042"/>
            <a:ext cx="8554483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238" y="857232"/>
            <a:ext cx="8553480" cy="4862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290"/>
            <a:ext cx="7929618" cy="6493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863" y="1119188"/>
            <a:ext cx="829627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21521" cy="186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715436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811959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42984"/>
            <a:ext cx="644294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428604"/>
            <a:ext cx="900112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00163"/>
            <a:ext cx="7772400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663892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143380"/>
            <a:ext cx="884527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8072462" cy="659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https://medium.com/spring-boot/spring-boot-3-spring-security-6-jwt-authentication-authorization-98702d6313a5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https://www.youtube.com/watch?v=l2eJAMHNdQs&amp;list=PLajapDHA6CyeWFG6hbi8wkdxf76m2mmGZ&amp;index=7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5918" y="1357298"/>
            <a:ext cx="4579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https://github.com/nakeshsingh/microservices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428603"/>
            <a:ext cx="9144000" cy="610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4025"/>
            <a:ext cx="9144000" cy="594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37" y="214290"/>
            <a:ext cx="9055863" cy="6111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428604"/>
            <a:ext cx="9144000" cy="6111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2413338"/>
            <a:ext cx="7858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Lombok?</a:t>
            </a:r>
          </a:p>
          <a:p>
            <a:r>
              <a:rPr lang="en-US" dirty="0"/>
              <a:t>Lombok is a Java library that plugs into your IDE and builds tools to automatically generate boilerplate code at compile-time. This means that developers don’t have to write repetitive code for getters, setters, constructors, or logging — Lombok does it for them.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857232"/>
            <a:ext cx="864399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Layers in Spring Boot</a:t>
            </a:r>
          </a:p>
          <a:p>
            <a:pPr fontAlgn="base"/>
            <a:r>
              <a:rPr lang="en-US" dirty="0"/>
              <a:t>Spring Boot follows a layered architecture with the following key layers:</a:t>
            </a:r>
          </a:p>
          <a:p>
            <a:pPr fontAlgn="base"/>
            <a:r>
              <a:rPr lang="en-US" b="1" dirty="0"/>
              <a:t>Client Layer:</a:t>
            </a:r>
            <a:endParaRPr lang="en-US" dirty="0"/>
          </a:p>
          <a:p>
            <a:pPr lvl="1" fontAlgn="base"/>
            <a:r>
              <a:rPr lang="en-US" dirty="0"/>
              <a:t>This represents the external system or user that interacts with the application by sending HTTPS requests.</a:t>
            </a:r>
          </a:p>
          <a:p>
            <a:pPr fontAlgn="base"/>
            <a:r>
              <a:rPr lang="en-US" b="1" dirty="0"/>
              <a:t>Controller Layer (Presentation Layer):</a:t>
            </a:r>
            <a:endParaRPr lang="en-US" dirty="0"/>
          </a:p>
          <a:p>
            <a:pPr lvl="1" fontAlgn="base"/>
            <a:r>
              <a:rPr lang="en-US" dirty="0"/>
              <a:t>Handles incoming HTTP requests from the client.</a:t>
            </a:r>
          </a:p>
          <a:p>
            <a:pPr lvl="1" fontAlgn="base"/>
            <a:r>
              <a:rPr lang="en-US" dirty="0"/>
              <a:t>Processes the request and sends a response.</a:t>
            </a:r>
          </a:p>
          <a:p>
            <a:pPr lvl="1" fontAlgn="base"/>
            <a:r>
              <a:rPr lang="en-US" dirty="0"/>
              <a:t>Delegates business logic processing to the Service Layer.</a:t>
            </a:r>
          </a:p>
          <a:p>
            <a:pPr fontAlgn="base"/>
            <a:r>
              <a:rPr lang="en-US" b="1" dirty="0"/>
              <a:t>Service Layer (Business Logic Layer)</a:t>
            </a:r>
            <a:r>
              <a:rPr lang="en-US" dirty="0"/>
              <a:t>:</a:t>
            </a:r>
          </a:p>
          <a:p>
            <a:pPr lvl="1" fontAlgn="base"/>
            <a:r>
              <a:rPr lang="en-US" dirty="0"/>
              <a:t>Contains business logic and service classes.</a:t>
            </a:r>
          </a:p>
          <a:p>
            <a:pPr lvl="1" fontAlgn="base"/>
            <a:r>
              <a:rPr lang="en-US" dirty="0"/>
              <a:t>Communicates with the Repository Layer to fetch or update data.</a:t>
            </a:r>
          </a:p>
          <a:p>
            <a:pPr lvl="1" fontAlgn="base"/>
            <a:r>
              <a:rPr lang="en-US" dirty="0"/>
              <a:t>Uses Dependency Injection to get required repository services.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1305342"/>
            <a:ext cx="6572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Repository Layer (Data Access Layer)</a:t>
            </a:r>
            <a:r>
              <a:rPr lang="en-US" dirty="0"/>
              <a:t>:</a:t>
            </a:r>
          </a:p>
          <a:p>
            <a:pPr lvl="1" fontAlgn="base"/>
            <a:r>
              <a:rPr lang="en-US" dirty="0"/>
              <a:t>Handles CRUD (Create, Read, Update, Delete) operations on the database.</a:t>
            </a:r>
          </a:p>
          <a:p>
            <a:pPr lvl="1" fontAlgn="base"/>
            <a:r>
              <a:rPr lang="en-US" dirty="0"/>
              <a:t>Extends Spring Data JPA or other persistence mechanisms.</a:t>
            </a:r>
          </a:p>
          <a:p>
            <a:pPr fontAlgn="base"/>
            <a:r>
              <a:rPr lang="en-US" b="1" dirty="0"/>
              <a:t>Model Layer (Entity Layer):</a:t>
            </a:r>
            <a:endParaRPr lang="en-US" dirty="0"/>
          </a:p>
          <a:p>
            <a:pPr lvl="1" fontAlgn="base"/>
            <a:r>
              <a:rPr lang="en-US" dirty="0"/>
              <a:t>Represents database entities and domain models.</a:t>
            </a:r>
          </a:p>
          <a:p>
            <a:pPr lvl="1" fontAlgn="base"/>
            <a:r>
              <a:rPr lang="en-US" dirty="0"/>
              <a:t>Maps to tables in the database using JPA/Spring Data.</a:t>
            </a:r>
          </a:p>
          <a:p>
            <a:pPr fontAlgn="base"/>
            <a:r>
              <a:rPr lang="en-US" b="1" dirty="0"/>
              <a:t>Database Layer:</a:t>
            </a:r>
            <a:endParaRPr lang="en-US" dirty="0"/>
          </a:p>
          <a:p>
            <a:pPr lvl="1" fontAlgn="base"/>
            <a:r>
              <a:rPr lang="en-US" dirty="0"/>
              <a:t>The actual database that stores application data.</a:t>
            </a:r>
          </a:p>
          <a:p>
            <a:pPr lvl="1" fontAlgn="base"/>
            <a:r>
              <a:rPr lang="en-US" dirty="0"/>
              <a:t>Spring Boot interacts with it through JPA/Spring Data.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75" y="114300"/>
            <a:ext cx="771525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497</Words>
  <Application>Microsoft Office PowerPoint</Application>
  <PresentationFormat>On-screen Show (4:3)</PresentationFormat>
  <Paragraphs>42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What is Spring Boot ?</vt:lpstr>
      <vt:lpstr>What is Spring Boot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29</cp:revision>
  <dcterms:created xsi:type="dcterms:W3CDTF">2023-10-01T05:28:31Z</dcterms:created>
  <dcterms:modified xsi:type="dcterms:W3CDTF">2025-07-01T13:44:44Z</dcterms:modified>
</cp:coreProperties>
</file>