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s/slide5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0DCD8-877B-4253-BC60-8972563CE1A8}" type="datetimeFigureOut">
              <a:rPr lang="en-US" smtClean="0"/>
              <a:t>5/2/2024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9DFD0-A8C0-4788-A30A-C5DCB3B5F3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0DCD8-877B-4253-BC60-8972563CE1A8}" type="datetimeFigureOut">
              <a:rPr lang="en-US" smtClean="0"/>
              <a:t>5/2/2024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9DFD0-A8C0-4788-A30A-C5DCB3B5F3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0DCD8-877B-4253-BC60-8972563CE1A8}" type="datetimeFigureOut">
              <a:rPr lang="en-US" smtClean="0"/>
              <a:t>5/2/2024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9DFD0-A8C0-4788-A30A-C5DCB3B5F3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0DCD8-877B-4253-BC60-8972563CE1A8}" type="datetimeFigureOut">
              <a:rPr lang="en-US" smtClean="0"/>
              <a:t>5/2/2024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9DFD0-A8C0-4788-A30A-C5DCB3B5F3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0DCD8-877B-4253-BC60-8972563CE1A8}" type="datetimeFigureOut">
              <a:rPr lang="en-US" smtClean="0"/>
              <a:t>5/2/2024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9DFD0-A8C0-4788-A30A-C5DCB3B5F3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0DCD8-877B-4253-BC60-8972563CE1A8}" type="datetimeFigureOut">
              <a:rPr lang="en-US" smtClean="0"/>
              <a:t>5/2/2024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9DFD0-A8C0-4788-A30A-C5DCB3B5F3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0DCD8-877B-4253-BC60-8972563CE1A8}" type="datetimeFigureOut">
              <a:rPr lang="en-US" smtClean="0"/>
              <a:t>5/2/2024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9DFD0-A8C0-4788-A30A-C5DCB3B5F3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0DCD8-877B-4253-BC60-8972563CE1A8}" type="datetimeFigureOut">
              <a:rPr lang="en-US" smtClean="0"/>
              <a:t>5/2/2024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9DFD0-A8C0-4788-A30A-C5DCB3B5F3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0DCD8-877B-4253-BC60-8972563CE1A8}" type="datetimeFigureOut">
              <a:rPr lang="en-US" smtClean="0"/>
              <a:t>5/2/2024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9DFD0-A8C0-4788-A30A-C5DCB3B5F3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0DCD8-877B-4253-BC60-8972563CE1A8}" type="datetimeFigureOut">
              <a:rPr lang="en-US" smtClean="0"/>
              <a:t>5/2/2024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9DFD0-A8C0-4788-A30A-C5DCB3B5F3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0DCD8-877B-4253-BC60-8972563CE1A8}" type="datetimeFigureOut">
              <a:rPr lang="en-US" smtClean="0"/>
              <a:t>5/2/2024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9DFD0-A8C0-4788-A30A-C5DCB3B5F3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30DCD8-877B-4253-BC60-8972563CE1A8}" type="datetimeFigureOut">
              <a:rPr lang="en-US" smtClean="0"/>
              <a:t>5/2/2024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49DFD0-A8C0-4788-A30A-C5DCB3B5F39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571480"/>
            <a:ext cx="358140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1470" y="428604"/>
            <a:ext cx="4270530" cy="5214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028700"/>
            <a:ext cx="9001156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0</Words>
  <Application>Microsoft Office PowerPoint</Application>
  <PresentationFormat>On-screen Show (4:3)</PresentationFormat>
  <Paragraphs>0</Paragraphs>
  <Slides>65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66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Windows User</dc:creator>
  <cp:lastModifiedBy>Windows User</cp:lastModifiedBy>
  <cp:revision>3</cp:revision>
  <dcterms:created xsi:type="dcterms:W3CDTF">2024-05-02T10:08:58Z</dcterms:created>
  <dcterms:modified xsi:type="dcterms:W3CDTF">2024-05-02T11:07:43Z</dcterms:modified>
</cp:coreProperties>
</file>