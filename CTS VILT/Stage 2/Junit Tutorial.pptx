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3" r:id="rId4"/>
    <p:sldId id="284" r:id="rId5"/>
    <p:sldId id="278" r:id="rId6"/>
    <p:sldId id="280" r:id="rId7"/>
    <p:sldId id="282" r:id="rId8"/>
    <p:sldId id="287" r:id="rId9"/>
    <p:sldId id="281" r:id="rId10"/>
    <p:sldId id="286" r:id="rId11"/>
    <p:sldId id="259" r:id="rId12"/>
    <p:sldId id="263" r:id="rId13"/>
    <p:sldId id="279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6" r:id="rId22"/>
    <p:sldId id="277" r:id="rId23"/>
    <p:sldId id="271" r:id="rId24"/>
    <p:sldId id="272" r:id="rId25"/>
    <p:sldId id="273" r:id="rId26"/>
    <p:sldId id="288" r:id="rId27"/>
    <p:sldId id="274" r:id="rId28"/>
    <p:sldId id="27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>
      <p:cViewPr varScale="1">
        <p:scale>
          <a:sx n="105" d="100"/>
          <a:sy n="105" d="100"/>
        </p:scale>
        <p:origin x="18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4T03:10:34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364 646 24575,'0'-12'0,"-2"0"0,0 0 0,-6-21 0,-3-22 0,8 37 0,0 0 0,-2 0 0,0 0 0,-8-20 0,1 7 0,8 14 0,0 1 0,2-1 0,0 1 0,0-1 0,2 0 0,2-24 0,-3-36 0,1 76 0,1 0 0,-1 0 0,0 0 0,0 0 0,0 0 0,0-1 0,0 1 0,-1 0 0,1 0 0,0 0 0,0 0 0,-1 0 0,1 0 0,-1 0 0,1 0 0,-1 0 0,1 0 0,-1 0 0,0 0 0,1 0 0,-1 0 0,0 0 0,0 0 0,0 1 0,0-1 0,1 0 0,-1 1 0,0-1 0,0 1 0,0-1 0,0 1 0,-1-1 0,1 1 0,0 0 0,0-1 0,0 1 0,0 0 0,0 0 0,0 0 0,0 0 0,-1 0 0,1 0 0,0 0 0,0 0 0,0 0 0,0 1 0,0-1 0,0 0 0,0 1 0,-1-1 0,1 1 0,0-1 0,1 1 0,-1 0 0,0-1 0,0 1 0,-1 1 0,-12 7 0,1 0 0,1 1 0,-16 16 0,15-14 0,-124 119 0,119-119 0,17-12 0,1 0 0,0 0 0,0 0 0,-1 0 0,1 0 0,0 0 0,-1 0 0,1 0 0,0 0 0,0 0 0,-1 0 0,1 0 0,0 0 0,0 0 0,0 0 0,-1 0 0,1-1 0,0 1 0,0 0 0,-1 0 0,1 0 0,0 0 0,0-1 0,0 1 0,0 0 0,-1 0 0,1 0 0,0-1 0,0 1 0,0 0 0,0 0 0,0-1 0,0 1 0,0 0 0,0 0 0,0-1 0,-1 1 0,1-1 0,0-1 0,1-1 0,-1 0 0,0 1 0,1-1 0,-1 0 0,1 1 0,0-1 0,0 1 0,0-1 0,0 1 0,0-1 0,3-2 0,37-56 0,-39 61 0,0-1 0,0 1 0,1 0 0,-1 0 0,0 0 0,1 0 0,-1 1 0,0-1 0,0 0 0,1 1 0,-1 0 0,3 1 0,17 2 0,-15-5 0,-1 0 0,0-1 0,0 0 0,0 0 0,0-1 0,0 0 0,0 0 0,0 0 0,-1-1 0,0 0 0,0 0 0,7-7 0,58-64 0,-50 51 0,-7 9 0,-4 3 0,0 1 0,1 0 0,1 1 0,0 0 0,0 0 0,1 1 0,18-11 0,-29 20 0,0-1 0,0 1 0,0-1 0,0 1 0,0-1 0,1 1 0,-1 0 0,0 0 0,0-1 0,0 1 0,0 0 0,0 0 0,1 0 0,-1 0 0,0 1 0,0-1 0,0 0 0,0 0 0,0 1 0,0-1 0,0 0 0,0 1 0,1-1 0,-1 1 0,-1 0 0,1-1 0,0 1 0,0 0 0,0-1 0,0 1 0,0 0 0,-1 0 0,1 0 0,0 0 0,-1 0 0,2 1 0,1 6 0,0-1 0,0 1 0,-1-1 0,3 15 0,-4-16 0,0 0 0,0-1 0,1 1 0,-1 0 0,1-1 0,5 8 0,-2-7 0,0-1 0,1 0 0,0 0 0,0-1 0,0 0 0,0 0 0,11 5 0,-10-6 0,0 1 0,0 0 0,0 1 0,0-1 0,-1 1 0,0 1 0,6 5 0,-3 0 0,-1 0 0,0 1 0,0 0 0,-1 0 0,0 1 0,-2 0 0,8 21 0,-13-32 0,-1 0 0,1 0 0,-1-1 0,1 1 0,-1 0 0,0-1 0,1 1 0,-1 0 0,0-1 0,0 1 0,0-1 0,-1 1 0,1-1 0,0 0 0,0 0 0,-1 1 0,1-1 0,-1 0 0,1 0 0,-1 0 0,1 0 0,-1-1 0,0 1 0,1 0 0,-1-1 0,0 1 0,0-1 0,0 1 0,-2-1 0,-55 12 0,16-8 0,-1-2 0,-78-6 0,98-2 0,24 6 0,-1 0 0,1 0 0,0-1 0,0 1 0,0 0 0,0 0 0,0 0 0,0 0 0,-1 0 0,1-1 0,0 1 0,0 0 0,0 0 0,0 0 0,0 0 0,0-1 0,0 1 0,0 0 0,0 0 0,0 0 0,0-1 0,0 1 0,0 0 0,0 0 0,0 0 0,0-1 0,0 1 0,0 0 0,0 0 0,0 0 0,0-1 0,0 1 0,0 0 0,0 0 0,0 0 0,0 0 0,1-1 0,-1 1 0,0 0 0,0 0 0,0 0 0,0 0 0,0 0 0,1 0 0,-1-1 0,0 1 0,0 0 0,0 0 0,1 0 0,2-2 0,0 1 0,0 0 0,0 0 0,0 0 0,1 0 0,-1 0 0,0 0 0,1 1 0,-1 0 0,6 0 0,-3 0 0,0 0 0,1 1 0,-1-1 0,0 0 0,1 0 0,-1-1 0,1 0 0,-1 0 0,0-1 0,1 0 0,-1 0 0,0 0 0,0-1 0,6-3 0,-8 3 0,0 0 0,0 1 0,1 0 0,-1-1 0,1 1 0,0 1 0,-1-1 0,1 1 0,0 0 0,0 0 0,0 0 0,0 1 0,0-1 0,0 1 0,0 1 0,0-1 0,6 2 0,-6 0 0,-1 0 0,1 0 0,-1 0 0,0 1 0,0 0 0,0 0 0,0 0 0,-1 0 0,1 1 0,-1-1 0,0 1 0,0 0 0,0 0 0,-1 0 0,1 0 0,-1 0 0,3 9 0,2 0 0,-1 1 0,-1 0 0,-1 0 0,0 0 0,3 18 0,-7-30 0,1 1 0,-1-1 0,0 1 0,0 0 0,0-1 0,0 1 0,0 0 0,0-1 0,-1 1 0,1-1 0,-1 1 0,0-1 0,0 1 0,0-1 0,0 1 0,0-1 0,0 0 0,-1 1 0,1-1 0,-1 0 0,1 0 0,-1 0 0,0 0 0,0-1 0,0 1 0,0 0 0,0-1 0,0 1 0,-1-1 0,1 0 0,0 0 0,-1 0 0,1 0 0,-1 0 0,1 0 0,-5 0 0,-3 1 0,0 0 0,0 0 0,-1-1 0,1-1 0,-1 0 0,1 0 0,0-1 0,-1 0 0,1-1 0,0 0 0,0-1 0,0 0 0,0 0 0,0-1 0,1 0 0,0-1 0,0 0 0,0-1 0,0 1 0,1-2 0,0 1 0,0-1 0,1-1 0,0 1 0,0-1 0,-7-11 0,7 8 0,0 0 0,1 0 0,1-1 0,0 0 0,0 0 0,1-1 0,1 1 0,0-1 0,1 0 0,0 1 0,1-1 0,0-23 0,1 20 0,1 0 0,0 0 0,1 0 0,0 0 0,6-17 0,-7 31 0,0-1 0,0 1 0,0-1 0,0 1 0,1 0 0,-1-1 0,1 1 0,-1 0 0,1 0 0,0 0 0,0 0 0,0 0 0,0 0 0,0 1 0,0-1 0,3-1 0,-2 2 0,-1 0 0,1 1 0,0-1 0,-1 1 0,1 0 0,0 0 0,0 0 0,0 0 0,-1 0 0,1 0 0,0 1 0,-1 0 0,1-1 0,0 1 0,-1 0 0,1 0 0,-1 0 0,1 1 0,3 1 0,0 2 0,0-1 0,0 1 0,0 0 0,-1 1 0,1 0 0,-1-1 0,0 2 0,-1-1 0,0 0 0,0 1 0,0 0 0,-1 0 0,0 0 0,0 0 0,-1 1 0,0-1 0,0 1 0,0-1 0,0 10 0,-1-11 0,-1 0 0,1 0 0,-1 1 0,0-1 0,0 0 0,-1 0 0,0 0 0,0 0 0,0 0 0,-1-1 0,0 1 0,0 0 0,0-1 0,-1 1 0,0-1 0,0 0 0,0 1 0,-1-2 0,1 1 0,-1 0 0,0-1 0,-1 1 0,1-1 0,-10 6 0,-4-5 119,15-7-320,12-2-1082,3 0-5543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4T03:10:50.24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766 515,'-5'0,"-1"-4,-3-7,-6-8,1-7,-2 1,1 2,4-1,4 0,-2 4,2 1,-4 4,-3 4,0 9,-1 8,1 8,3 6,4 4,3 2,2 1,-3 4,-1 2,2-1,0-1,2-2,0-2,-3-5,-1-10,0-17,6-20,8-31,10-24,2-7,-2 3,-4 11,0 14,-2 13,-4 9,-3 7,-2 5,-1 10,-7 12,-5 11,-2 9,2-4,1-7,4-10,2-8,1 2,2 7,0 18,-4 13,-1 8,-5 2,-4-2,0-3,2-1,3-4,4-1,6-5,8-7,2-10,-1-10,-1-9,-4-6,-1-4,-7 2,-6 5,-7 1,-4 3,-3 4,-3 3,0 4,-5 5,-2 2,1 6,-2 4,-1 0,6 6,4-1,1 1,1-3,0-5,8-5,11-3,11-3,8-6,6-2,4 0,1-4,2-3,4-1,1 2,-1 0,-1 1,-3 3,0-2,-2 1,0 2,-1 2,1 2,-6 6,4 2,-3-4,-4-6,-11 2,-9 5,-5 8,-5 5,-5 10,0 4,0-3,2-1,0-5,3-1,7-5,10-3,8-5,6-3,5-2,2-1,-2-5,-2-2,1-3,0-6,2 1,-5-1,0 2,-4-2,-4-1,0 1,-1 9,-3 13,-3 10,3 3,0 2,-1 2,-2 1,3 1,0 1,-1-9,-1-11,-3-11,-4-10,-3-5,-5 0,0-1,1 7,2 11,3 10,1 8,2 6,1 4,0 1,-4-7,-6-12,-5-11,-4-9,-4-7,-2 0,-1 3,4 1,1 3,0 3,0 4,2-2,6-3,-1-5,3-3,4-8,2-3,2-1,2 0,-4 2,0 1,-4 5,-1 3,-2 4,4 5,5 0,-3 10,-8 15,-11 13,-13 15,-6 9,-3 0,6-4,6-6,5-6,2-4,3-3,0-2,1-1,4-1,1-4,5-1,3 0,4 2,4 1,6-3,7-5,2 0,3-3,4-3,2-8,7-3,-2-5,-1-7,4-4,2-3,-1-3,0 4,-6 0,-7 0,-2 3,-4 1,2 3,1-1,4-1,-2-3,-3-3,-4-1,-4-2,2 5,4 0,5 3,3 6,3 0,3 1,0 3,1 3,1 1,-1 2,-4 6,-6 5,-2 2,-3 2,-3 4,-3 3,-7 2,-3 2,-5 0,-5-3,-4-6,-4-6,-2-4,0-3,3-7,1-2,4-5,1 0,3-3,0-3,1-4,-1-1,2-2,2-6,3-1,3-1,1 2,2 1,0 1,1 1,3 1,7 5,1 10,2 12,-1 9,-2 8,-4 5,-2 3,-3 1,-1 1,3-10,6-7,1-1,-2 2,-6-1,-9 2,-2 2,-5 0,0 1,-2-2,-3-4,-2-3,-3-3,3-6,9-3,7-5,8-1,7 2,7 2,4 3,-1-4,0 1,0 2,2 0,0 2,2 2,0 0,0 1,1 0,-1 1,-4 3,-1 2,-8-4,-11-3,-10-6,-3-5,-4-2,-4-2,-2-2,2 5,9 6,10 7,6 10,7 1,0 4,-1 4,2-1,2 0,4-3,-2-8,-8-10,-10-4,-4-5,-7-1,0-2,-3 1,-3 3,-3 3,-2 4,-2 1,0 3,-1 0,0 0,0 1,0 0,1-1,3 5,7 5,5 6,5 4,3 3,1 2,2 1,4-4,6-6,6-5,3-5,-1-7,1-4,1-1,1 0,-3-2,-1-1,2 1,-3-1,0 0,1-3,2 1,-2-2,-5-3,-4-3,-8 1,-8 4,-4 0,-3 3,-5 3,-2 2,-3 3,-1 2,3 5,2 2,3 5,2-1,2 4,-1-2,2 3,-1 1,2 4,2 2,3 2,-1-3,-1-1,3 0,5-3,3 0,5-3,6-3,4-5,5-2,1-3,2 0,0-2,1 0,-1 1,0-5,0-2,0-3,-1 0,-3-3,-7-4,-1-3,-3-2,-3-2,-4-1,-1-1,-2 0,-6 4,-1 2,0 0,-3 3,-1 0,-2 4,-3-2,-5 3,-1 3,-3 3,-2 3,1 1,3 7,1 5,5 6,0 5,4 2,2 3,5 0,2 1,-3-5,0-1,1-1,2 2,0 0,2 2,5-4,5-6,7-4,4-4,4-4,1-1,1-2,1 0,-1 0,1 0,-6-3,-1-3,-4-3,0 0,0 1,-1-1,-4-4,-3-4,-4-3,-6 2,-8 0,-6 3,0 0,-2 3,2-1,0 2,2-1,-1 1,3-1,3-3,3-3,2 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9C3C3-BCDF-4C1F-AD55-7054FA2E5BC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2C54A-4D32-402C-B4E7-4F77BD03A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JUnit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F0C01F-A644-EA41-D651-5B2435D1B616}"/>
              </a:ext>
            </a:extLst>
          </p:cNvPr>
          <p:cNvSpPr txBox="1"/>
          <p:nvPr/>
        </p:nvSpPr>
        <p:spPr>
          <a:xfrm>
            <a:off x="0" y="1052736"/>
            <a:ext cx="9144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242424"/>
                </a:solidFill>
                <a:effectLst/>
                <a:latin typeface="source-serif-pro"/>
              </a:rPr>
              <a:t>JUnit 5 </a:t>
            </a:r>
            <a:r>
              <a:rPr lang="en-IN" sz="2800" b="0" i="0" dirty="0">
                <a:solidFill>
                  <a:srgbClr val="242424"/>
                </a:solidFill>
                <a:effectLst/>
                <a:latin typeface="source-serif-pro"/>
              </a:rPr>
              <a:t>is a software testing framework used by developers to unit test their code. It is a Java-based framework that allows writing and running tests on the Java platform, including an integrated reporter that displays the test results.</a:t>
            </a:r>
          </a:p>
          <a:p>
            <a:endParaRPr lang="en-IN" sz="2800" dirty="0">
              <a:solidFill>
                <a:srgbClr val="242424"/>
              </a:solidFill>
              <a:latin typeface="source-serif-pro"/>
            </a:endParaRPr>
          </a:p>
          <a:p>
            <a:r>
              <a:rPr lang="en-IN" sz="2800" dirty="0"/>
              <a:t>JUnit can be used for automation testing for two main purposes:</a:t>
            </a:r>
          </a:p>
          <a:p>
            <a:r>
              <a:rPr lang="en-IN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Test that the software is working as it is expected to 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Find and report errors in the code and fix them as quickly as possible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6998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66725"/>
            <a:ext cx="9108504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870" y="2132856"/>
            <a:ext cx="8831626" cy="230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4" y="1184274"/>
            <a:ext cx="8750174" cy="4507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22350"/>
            <a:ext cx="9144000" cy="481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050" y="2359025"/>
            <a:ext cx="8851900" cy="213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398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" y="2473325"/>
            <a:ext cx="9105900" cy="191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CCE5F-BF3B-0918-DA19-8D3E593E2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6" y="0"/>
            <a:ext cx="8852887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876FBD-262A-F63F-6B17-B6DD07D9BDDE}"/>
                  </a:ext>
                </a:extLst>
              </p14:cNvPr>
              <p14:cNvContentPartPr/>
              <p14:nvPr/>
            </p14:nvContentPartPr>
            <p14:xfrm>
              <a:off x="408384" y="197136"/>
              <a:ext cx="232920" cy="232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876FBD-262A-F63F-6B17-B6DD07D9BD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264" y="191016"/>
                <a:ext cx="2451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F439DB-25A9-2E88-53E5-3F2152328529}"/>
                  </a:ext>
                </a:extLst>
              </p14:cNvPr>
              <p14:cNvContentPartPr/>
              <p14:nvPr/>
            </p14:nvContentPartPr>
            <p14:xfrm>
              <a:off x="364464" y="207936"/>
              <a:ext cx="302400" cy="237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F439DB-25A9-2E88-53E5-3F21523285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5824" y="154296"/>
                <a:ext cx="320040" cy="34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997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703" y="1142984"/>
            <a:ext cx="8884594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054" y="785794"/>
            <a:ext cx="8796225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0100" y="2551837"/>
            <a:ext cx="764386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hlinkClick r:id="rId2"/>
              </a:rPr>
              <a:t>JUnit</a:t>
            </a:r>
            <a:r>
              <a:rPr lang="en-US" sz="2800" dirty="0"/>
              <a:t> is a unit testing framework for the Java programming language. </a:t>
            </a:r>
            <a:r>
              <a:rPr lang="en-US" sz="2800" dirty="0" err="1"/>
              <a:t>JUnit</a:t>
            </a:r>
            <a:r>
              <a:rPr lang="en-US" sz="2800" dirty="0"/>
              <a:t> has been important in the development of test-driven development, and is one of a family of unit testing frameworks which is collectively known as </a:t>
            </a:r>
            <a:r>
              <a:rPr lang="en-US" sz="2800" dirty="0" err="1"/>
              <a:t>xUnit</a:t>
            </a:r>
            <a:r>
              <a:rPr lang="en-US" sz="2800" dirty="0"/>
              <a:t> that originated with </a:t>
            </a:r>
            <a:r>
              <a:rPr lang="en-US" sz="2800" dirty="0" err="1"/>
              <a:t>SUnit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928670"/>
            <a:ext cx="8922503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120" y="1214422"/>
            <a:ext cx="8607160" cy="3319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825" y="1514475"/>
            <a:ext cx="661035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7425" y="1784350"/>
            <a:ext cx="7169150" cy="328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3775" y="2447925"/>
            <a:ext cx="715645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651" y="357166"/>
            <a:ext cx="8279753" cy="5931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1267"/>
            <a:ext cx="8929718" cy="4879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01224" y="1428736"/>
            <a:ext cx="9179545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39900"/>
            <a:ext cx="914400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39925"/>
            <a:ext cx="8858280" cy="297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FB4CFE-4257-0A3E-02F6-A046DDC02485}"/>
              </a:ext>
            </a:extLst>
          </p:cNvPr>
          <p:cNvSpPr txBox="1"/>
          <p:nvPr/>
        </p:nvSpPr>
        <p:spPr>
          <a:xfrm>
            <a:off x="611560" y="1196752"/>
            <a:ext cx="8208912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IN" sz="2400" b="1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to create Mocks in Mockito?</a:t>
            </a:r>
          </a:p>
          <a:p>
            <a:pPr algn="l">
              <a:lnSpc>
                <a:spcPts val="2250"/>
              </a:lnSpc>
            </a:pPr>
            <a:endParaRPr lang="en-IN" sz="2400" b="1" dirty="0">
              <a:solidFill>
                <a:srgbClr val="2424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250"/>
              </a:lnSpc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2424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Using @Mock annotation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Using Mock() method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 is available in the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org.mockito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package.</a:t>
            </a:r>
          </a:p>
          <a:p>
            <a:pPr algn="l">
              <a:lnSpc>
                <a:spcPts val="2250"/>
              </a:lnSpc>
            </a:pPr>
            <a:endParaRPr lang="en-IN" sz="2400" b="1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666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82775"/>
            <a:ext cx="9499600" cy="309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47900"/>
            <a:ext cx="824440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150</Words>
  <Application>Microsoft Office PowerPoint</Application>
  <PresentationFormat>On-screen Show (4:3)</PresentationFormat>
  <Paragraphs>17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34</cp:revision>
  <dcterms:created xsi:type="dcterms:W3CDTF">2024-02-12T04:30:21Z</dcterms:created>
  <dcterms:modified xsi:type="dcterms:W3CDTF">2025-08-05T11:43:32Z</dcterms:modified>
</cp:coreProperties>
</file>