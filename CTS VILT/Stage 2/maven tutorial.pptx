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88" r:id="rId4"/>
    <p:sldId id="285" r:id="rId5"/>
    <p:sldId id="259" r:id="rId6"/>
    <p:sldId id="287" r:id="rId7"/>
    <p:sldId id="260" r:id="rId8"/>
    <p:sldId id="282" r:id="rId9"/>
    <p:sldId id="283" r:id="rId10"/>
    <p:sldId id="289" r:id="rId11"/>
    <p:sldId id="284" r:id="rId12"/>
    <p:sldId id="262" r:id="rId13"/>
    <p:sldId id="261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89600F-8FC0-4B62-BDA4-721BCF5A5F80}" type="datetimeFigureOut">
              <a:rPr lang="en-US" smtClean="0"/>
              <a:pPr/>
              <a:t>8/3/2025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E20D7C-B2D0-477E-A3CF-24A9FFAE9AD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E20D7C-B2D0-477E-A3CF-24A9FFAE9AD3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9D8F7-C9D2-49D8-BEFA-2AC1E24DA51B}" type="datetimeFigureOut">
              <a:rPr lang="en-US" smtClean="0"/>
              <a:pPr/>
              <a:t>8/3/2025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18D94-718C-40C9-B6CF-D41A7430BA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9D8F7-C9D2-49D8-BEFA-2AC1E24DA51B}" type="datetimeFigureOut">
              <a:rPr lang="en-US" smtClean="0"/>
              <a:pPr/>
              <a:t>8/3/2025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18D94-718C-40C9-B6CF-D41A7430BA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9D8F7-C9D2-49D8-BEFA-2AC1E24DA51B}" type="datetimeFigureOut">
              <a:rPr lang="en-US" smtClean="0"/>
              <a:pPr/>
              <a:t>8/3/2025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18D94-718C-40C9-B6CF-D41A7430BA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9D8F7-C9D2-49D8-BEFA-2AC1E24DA51B}" type="datetimeFigureOut">
              <a:rPr lang="en-US" smtClean="0"/>
              <a:pPr/>
              <a:t>8/3/2025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18D94-718C-40C9-B6CF-D41A7430BA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9D8F7-C9D2-49D8-BEFA-2AC1E24DA51B}" type="datetimeFigureOut">
              <a:rPr lang="en-US" smtClean="0"/>
              <a:pPr/>
              <a:t>8/3/2025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18D94-718C-40C9-B6CF-D41A7430BA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9D8F7-C9D2-49D8-BEFA-2AC1E24DA51B}" type="datetimeFigureOut">
              <a:rPr lang="en-US" smtClean="0"/>
              <a:pPr/>
              <a:t>8/3/2025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18D94-718C-40C9-B6CF-D41A7430BA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9D8F7-C9D2-49D8-BEFA-2AC1E24DA51B}" type="datetimeFigureOut">
              <a:rPr lang="en-US" smtClean="0"/>
              <a:pPr/>
              <a:t>8/3/2025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18D94-718C-40C9-B6CF-D41A7430BA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9D8F7-C9D2-49D8-BEFA-2AC1E24DA51B}" type="datetimeFigureOut">
              <a:rPr lang="en-US" smtClean="0"/>
              <a:pPr/>
              <a:t>8/3/2025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18D94-718C-40C9-B6CF-D41A7430BA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9D8F7-C9D2-49D8-BEFA-2AC1E24DA51B}" type="datetimeFigureOut">
              <a:rPr lang="en-US" smtClean="0"/>
              <a:pPr/>
              <a:t>8/3/2025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18D94-718C-40C9-B6CF-D41A7430BA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9D8F7-C9D2-49D8-BEFA-2AC1E24DA51B}" type="datetimeFigureOut">
              <a:rPr lang="en-US" smtClean="0"/>
              <a:pPr/>
              <a:t>8/3/2025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18D94-718C-40C9-B6CF-D41A7430BA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9D8F7-C9D2-49D8-BEFA-2AC1E24DA51B}" type="datetimeFigureOut">
              <a:rPr lang="en-US" smtClean="0"/>
              <a:pPr/>
              <a:t>8/3/2025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18D94-718C-40C9-B6CF-D41A7430BA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99D8F7-C9D2-49D8-BEFA-2AC1E24DA51B}" type="datetimeFigureOut">
              <a:rPr lang="en-US" smtClean="0"/>
              <a:pPr/>
              <a:t>8/3/2025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A18D94-718C-40C9-B6CF-D41A7430BA0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457325"/>
            <a:ext cx="9143999" cy="41862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625" y="300038"/>
            <a:ext cx="9048750" cy="6257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8437" y="1714488"/>
            <a:ext cx="8667126" cy="3429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-89203" y="1671644"/>
            <a:ext cx="9312533" cy="38290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558925"/>
            <a:ext cx="9286908" cy="374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66725"/>
            <a:ext cx="9988550" cy="592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77900" y="1622425"/>
            <a:ext cx="7188200" cy="3613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32" y="1142984"/>
            <a:ext cx="9001188" cy="4500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6075" y="1044575"/>
            <a:ext cx="8451850" cy="476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8152" y="928670"/>
            <a:ext cx="8407252" cy="44720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6362" y="1428736"/>
            <a:ext cx="8631918" cy="4286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2984" y="1142984"/>
            <a:ext cx="8623858" cy="45194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7158" y="500042"/>
            <a:ext cx="8643998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Maven - Creating Project</a:t>
            </a:r>
          </a:p>
          <a:p>
            <a:endParaRPr lang="en-IN" sz="2400" b="1" dirty="0" smtClean="0"/>
          </a:p>
          <a:p>
            <a:r>
              <a:rPr lang="en-US" sz="2400" dirty="0" smtClean="0"/>
              <a:t>Maven uses </a:t>
            </a:r>
            <a:r>
              <a:rPr lang="en-US" sz="2400" b="1" dirty="0" smtClean="0"/>
              <a:t>archetype</a:t>
            </a:r>
            <a:r>
              <a:rPr lang="en-US" sz="2400" dirty="0" smtClean="0"/>
              <a:t> </a:t>
            </a:r>
            <a:r>
              <a:rPr lang="en-US" sz="2400" dirty="0" err="1" smtClean="0"/>
              <a:t>plugins</a:t>
            </a:r>
            <a:r>
              <a:rPr lang="en-US" sz="2400" dirty="0" smtClean="0"/>
              <a:t> to create projects. To create a simple java application, we'll use maven-archetype-</a:t>
            </a:r>
            <a:r>
              <a:rPr lang="en-US" sz="2400" dirty="0" err="1" smtClean="0"/>
              <a:t>quickstart</a:t>
            </a:r>
            <a:r>
              <a:rPr lang="en-US" sz="2400" dirty="0" smtClean="0"/>
              <a:t> </a:t>
            </a:r>
            <a:r>
              <a:rPr lang="en-US" sz="2400" dirty="0" err="1" smtClean="0"/>
              <a:t>plugin</a:t>
            </a:r>
            <a:r>
              <a:rPr lang="en-US" sz="2400" dirty="0" smtClean="0"/>
              <a:t>.</a:t>
            </a:r>
          </a:p>
          <a:p>
            <a:endParaRPr lang="en-IN" sz="2400" b="1" dirty="0" smtClean="0"/>
          </a:p>
          <a:p>
            <a:endParaRPr lang="en-IN" sz="2400" b="1" dirty="0" smtClean="0"/>
          </a:p>
          <a:p>
            <a:r>
              <a:rPr lang="en-US" sz="2400" dirty="0" smtClean="0"/>
              <a:t>Let's open the command console, go to the C:\MVN directory and execute the following </a:t>
            </a:r>
            <a:r>
              <a:rPr lang="en-US" sz="2400" b="1" dirty="0" err="1" smtClean="0"/>
              <a:t>mvn</a:t>
            </a:r>
            <a:r>
              <a:rPr lang="en-US" sz="2400" dirty="0" smtClean="0"/>
              <a:t> command. </a:t>
            </a:r>
          </a:p>
          <a:p>
            <a:endParaRPr lang="en-US" sz="2400" dirty="0" smtClean="0"/>
          </a:p>
          <a:p>
            <a:r>
              <a:rPr lang="en-US" sz="2400" dirty="0" smtClean="0"/>
              <a:t>Make sure that C:\MVN directory is empty before running the command.</a:t>
            </a:r>
          </a:p>
          <a:p>
            <a:r>
              <a:rPr lang="en-US" sz="2400" dirty="0" smtClean="0"/>
              <a:t>C:\MVN&gt;</a:t>
            </a:r>
            <a:r>
              <a:rPr lang="en-US" sz="2400" dirty="0" err="1" smtClean="0"/>
              <a:t>mvn</a:t>
            </a:r>
            <a:r>
              <a:rPr lang="en-US" sz="2400" dirty="0" smtClean="0"/>
              <a:t> </a:t>
            </a:r>
            <a:r>
              <a:rPr lang="en-US" sz="2400" dirty="0" err="1" smtClean="0"/>
              <a:t>archetype:generate</a:t>
            </a:r>
            <a:r>
              <a:rPr lang="en-US" sz="2400" dirty="0" smtClean="0"/>
              <a:t> -</a:t>
            </a:r>
            <a:r>
              <a:rPr lang="en-US" sz="2400" dirty="0" err="1" smtClean="0"/>
              <a:t>DgroupId</a:t>
            </a:r>
            <a:r>
              <a:rPr lang="en-US" sz="2400" dirty="0" smtClean="0"/>
              <a:t> = </a:t>
            </a:r>
            <a:r>
              <a:rPr lang="en-US" sz="2400" dirty="0" err="1" smtClean="0"/>
              <a:t>com.companyname.bank</a:t>
            </a:r>
            <a:r>
              <a:rPr lang="en-US" sz="2400" dirty="0" smtClean="0"/>
              <a:t> -</a:t>
            </a:r>
            <a:r>
              <a:rPr lang="en-US" sz="2400" dirty="0" err="1" smtClean="0"/>
              <a:t>DartifactId</a:t>
            </a:r>
            <a:r>
              <a:rPr lang="en-US" sz="2400" dirty="0" smtClean="0"/>
              <a:t> = </a:t>
            </a:r>
            <a:r>
              <a:rPr lang="en-US" sz="2400" dirty="0" err="1" smtClean="0"/>
              <a:t>consumerBanking</a:t>
            </a:r>
            <a:r>
              <a:rPr lang="en-US" sz="2400" dirty="0" smtClean="0"/>
              <a:t> -</a:t>
            </a:r>
            <a:r>
              <a:rPr lang="en-US" sz="2400" dirty="0" err="1" smtClean="0"/>
              <a:t>DarchetypeArtifactId</a:t>
            </a:r>
            <a:r>
              <a:rPr lang="en-US" sz="2400" dirty="0" smtClean="0"/>
              <a:t> = maven-archetype-</a:t>
            </a:r>
            <a:r>
              <a:rPr lang="en-US" sz="2400" dirty="0" err="1" smtClean="0"/>
              <a:t>quickstart</a:t>
            </a:r>
            <a:r>
              <a:rPr lang="en-US" sz="2400" dirty="0" smtClean="0"/>
              <a:t> -</a:t>
            </a:r>
            <a:r>
              <a:rPr lang="en-US" sz="2400" dirty="0" err="1" smtClean="0"/>
              <a:t>DinteractiveMode</a:t>
            </a:r>
            <a:r>
              <a:rPr lang="en-US" sz="2400" dirty="0" smtClean="0"/>
              <a:t> = false</a:t>
            </a:r>
          </a:p>
          <a:p>
            <a:endParaRPr lang="en-IN" sz="2400" b="1" dirty="0" smtClean="0"/>
          </a:p>
          <a:p>
            <a:endParaRPr lang="en-IN" sz="2400" b="1" dirty="0" smtClean="0"/>
          </a:p>
          <a:p>
            <a:endParaRPr 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7</Words>
  <Application>Microsoft Office PowerPoint</Application>
  <PresentationFormat>On-screen Show (4:3)</PresentationFormat>
  <Paragraphs>11</Paragraphs>
  <Slides>31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Windows User</dc:creator>
  <cp:lastModifiedBy>Windows User</cp:lastModifiedBy>
  <cp:revision>15</cp:revision>
  <dcterms:created xsi:type="dcterms:W3CDTF">2024-02-04T16:26:25Z</dcterms:created>
  <dcterms:modified xsi:type="dcterms:W3CDTF">2025-08-03T10:13:00Z</dcterms:modified>
</cp:coreProperties>
</file>