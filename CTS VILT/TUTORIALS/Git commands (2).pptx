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7" r:id="rId3"/>
    <p:sldId id="281" r:id="rId4"/>
    <p:sldId id="282" r:id="rId5"/>
    <p:sldId id="278" r:id="rId6"/>
    <p:sldId id="279" r:id="rId7"/>
    <p:sldId id="280" r:id="rId8"/>
    <p:sldId id="266" r:id="rId9"/>
    <p:sldId id="285" r:id="rId10"/>
    <p:sldId id="257" r:id="rId11"/>
    <p:sldId id="287" r:id="rId12"/>
    <p:sldId id="261" r:id="rId13"/>
    <p:sldId id="258" r:id="rId14"/>
    <p:sldId id="259" r:id="rId15"/>
    <p:sldId id="260" r:id="rId16"/>
    <p:sldId id="286" r:id="rId17"/>
    <p:sldId id="262" r:id="rId18"/>
    <p:sldId id="263" r:id="rId19"/>
    <p:sldId id="264" r:id="rId20"/>
    <p:sldId id="265" r:id="rId21"/>
    <p:sldId id="28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AD5C9B8-32D7-4B07-AAD3-96379D1D9D82}">
          <p14:sldIdLst>
            <p14:sldId id="256"/>
            <p14:sldId id="277"/>
            <p14:sldId id="281"/>
            <p14:sldId id="282"/>
            <p14:sldId id="278"/>
            <p14:sldId id="279"/>
            <p14:sldId id="280"/>
            <p14:sldId id="266"/>
            <p14:sldId id="285"/>
            <p14:sldId id="257"/>
            <p14:sldId id="287"/>
            <p14:sldId id="261"/>
          </p14:sldIdLst>
        </p14:section>
        <p14:section name="Untitled Section" id="{EA1B1C48-9A88-4418-B630-45A65750ED60}">
          <p14:sldIdLst>
            <p14:sldId id="258"/>
            <p14:sldId id="259"/>
            <p14:sldId id="260"/>
            <p14:sldId id="286"/>
            <p14:sldId id="262"/>
            <p14:sldId id="263"/>
            <p14:sldId id="264"/>
            <p14:sldId id="265"/>
            <p14:sldId id="28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948E9-2C75-4E24-8565-C898F229F46E}" type="datetimeFigureOut">
              <a:rPr lang="en-US" smtClean="0"/>
              <a:pPr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C3207-E2CD-472C-AA88-03DCB223630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704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948E9-2C75-4E24-8565-C898F229F46E}" type="datetimeFigureOut">
              <a:rPr lang="en-US" smtClean="0"/>
              <a:pPr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C3207-E2CD-472C-AA88-03DCB223630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901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948E9-2C75-4E24-8565-C898F229F46E}" type="datetimeFigureOut">
              <a:rPr lang="en-US" smtClean="0"/>
              <a:pPr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C3207-E2CD-472C-AA88-03DCB223630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476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948E9-2C75-4E24-8565-C898F229F46E}" type="datetimeFigureOut">
              <a:rPr lang="en-US" smtClean="0"/>
              <a:pPr/>
              <a:t>7/22/2025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C3207-E2CD-472C-AA88-03DCB223630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400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948E9-2C75-4E24-8565-C898F229F46E}" type="datetimeFigureOut">
              <a:rPr lang="en-US" smtClean="0"/>
              <a:pPr/>
              <a:t>7/22/2025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C3207-E2CD-472C-AA88-03DCB223630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345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948E9-2C75-4E24-8565-C898F229F46E}" type="datetimeFigureOut">
              <a:rPr lang="en-US" smtClean="0"/>
              <a:pPr/>
              <a:t>7/22/2025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C3207-E2CD-472C-AA88-03DCB223630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248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948E9-2C75-4E24-8565-C898F229F46E}" type="datetimeFigureOut">
              <a:rPr lang="en-US" smtClean="0"/>
              <a:pPr/>
              <a:t>7/22/2025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C3207-E2CD-472C-AA88-03DCB223630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10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948E9-2C75-4E24-8565-C898F229F46E}" type="datetimeFigureOut">
              <a:rPr lang="en-US" smtClean="0"/>
              <a:pPr/>
              <a:t>7/22/2025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C3207-E2CD-472C-AA88-03DCB223630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978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948E9-2C75-4E24-8565-C898F229F46E}" type="datetimeFigureOut">
              <a:rPr lang="en-US" smtClean="0"/>
              <a:pPr/>
              <a:t>7/22/2025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C3207-E2CD-472C-AA88-03DCB223630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900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948E9-2C75-4E24-8565-C898F229F46E}" type="datetimeFigureOut">
              <a:rPr lang="en-US" smtClean="0"/>
              <a:pPr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C3207-E2CD-472C-AA88-03DCB223630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260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948E9-2C75-4E24-8565-C898F229F46E}" type="datetimeFigureOut">
              <a:rPr lang="en-US" smtClean="0"/>
              <a:pPr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C3207-E2CD-472C-AA88-03DCB223630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085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B948E9-2C75-4E24-8565-C898F229F46E}" type="datetimeFigureOut">
              <a:rPr lang="en-US" smtClean="0"/>
              <a:pPr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AC3207-E2CD-472C-AA88-03DCB223630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396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mailto:your.email@domain.com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916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337" y="747712"/>
            <a:ext cx="9839325" cy="536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031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2988" y="990600"/>
            <a:ext cx="10106025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33463" y="847725"/>
            <a:ext cx="10125075" cy="5162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362" y="714375"/>
            <a:ext cx="9439275" cy="542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7217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" y="609600"/>
            <a:ext cx="10506075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950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7647"/>
            <a:ext cx="12318697" cy="6410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581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88851" y="462613"/>
            <a:ext cx="8980099" cy="62870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207507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miro.medium.com/v2/resize:fit:1056/1*k4HFmvPme2dWQtXI98fm6g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84374" y="0"/>
            <a:ext cx="7245889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713390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37" y="1195387"/>
            <a:ext cx="9763125" cy="446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806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85481E7-072C-EE23-3054-92E2F991765C}"/>
              </a:ext>
            </a:extLst>
          </p:cNvPr>
          <p:cNvSpPr txBox="1"/>
          <p:nvPr/>
        </p:nvSpPr>
        <p:spPr>
          <a:xfrm>
            <a:off x="258792" y="2044460"/>
            <a:ext cx="1173192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Setting Up Git</a:t>
            </a:r>
          </a:p>
          <a:p>
            <a:endParaRPr lang="en-US" sz="2400" b="1" dirty="0"/>
          </a:p>
          <a:p>
            <a:r>
              <a:rPr lang="en-US" sz="2400" dirty="0"/>
              <a:t>Once Git is installed, the first step is to set your username and email, which will be attached to your commits.</a:t>
            </a:r>
          </a:p>
          <a:p>
            <a:endParaRPr lang="en-IN" sz="2400" dirty="0"/>
          </a:p>
          <a:p>
            <a:endParaRPr lang="en-IN" sz="2400" dirty="0"/>
          </a:p>
          <a:p>
            <a:r>
              <a:rPr lang="en-US" sz="2400" dirty="0"/>
              <a:t>git config --global user.name "Your Name“</a:t>
            </a:r>
          </a:p>
          <a:p>
            <a:br>
              <a:rPr lang="en-US" sz="2400" dirty="0"/>
            </a:br>
            <a:r>
              <a:rPr lang="en-US" sz="2400" dirty="0"/>
              <a:t>git config --global </a:t>
            </a:r>
            <a:r>
              <a:rPr lang="en-US" sz="2400" dirty="0" err="1"/>
              <a:t>user.email</a:t>
            </a:r>
            <a:r>
              <a:rPr lang="en-US" sz="2400" dirty="0"/>
              <a:t> </a:t>
            </a:r>
            <a:r>
              <a:rPr lang="en-US" sz="2400" dirty="0">
                <a:hlinkClick r:id="rId2"/>
              </a:rPr>
              <a:t>your.email@domain.com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618852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660" y="974785"/>
            <a:ext cx="11628408" cy="455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2059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0" y="1433512"/>
            <a:ext cx="9715500" cy="39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6125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887" y="1247775"/>
            <a:ext cx="9420225" cy="436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847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337" y="1243012"/>
            <a:ext cx="9077325" cy="437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3203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1"/>
          <p:cNvSpPr>
            <a:spLocks noChangeArrowheads="1"/>
          </p:cNvSpPr>
          <p:nvPr/>
        </p:nvSpPr>
        <p:spPr bwMode="auto">
          <a:xfrm>
            <a:off x="-1" y="-1"/>
            <a:ext cx="12064754" cy="5011878"/>
          </a:xfrm>
          <a:prstGeom prst="rect">
            <a:avLst/>
          </a:prstGeom>
          <a:solidFill>
            <a:srgbClr val="F2F2F2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0" tIns="272964" rIns="0" bIns="-49197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err="1">
                <a:ln>
                  <a:noFill/>
                </a:ln>
                <a:solidFill>
                  <a:srgbClr val="242424"/>
                </a:solidFill>
                <a:effectLst/>
                <a:latin typeface="sohne"/>
                <a:cs typeface="Arial" pitchFamily="34" charset="0"/>
              </a:rPr>
              <a:t>Git</a:t>
            </a: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hne"/>
                <a:cs typeface="Arial" pitchFamily="34" charset="0"/>
              </a:rPr>
              <a:t> Branching: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>
              <a:ln>
                <a:noFill/>
              </a:ln>
              <a:solidFill>
                <a:srgbClr val="242424"/>
              </a:solidFill>
              <a:effectLst/>
              <a:latin typeface="sohne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  <a:cs typeface="Arial" pitchFamily="34" charset="0"/>
              </a:rPr>
              <a:t>Branching is a core concept of 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  <a:cs typeface="Arial" pitchFamily="34" charset="0"/>
              </a:rPr>
              <a:t>Git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  <a:cs typeface="Arial" pitchFamily="34" charset="0"/>
              </a:rPr>
              <a:t> that allows you to create separate lines of development within a repository.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400" dirty="0">
              <a:solidFill>
                <a:srgbClr val="242424"/>
              </a:solidFill>
              <a:latin typeface="source-serif-pro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  <a:cs typeface="Arial" pitchFamily="34" charset="0"/>
              </a:rPr>
              <a:t>Each branch represents an independent line of work, enabling you to work on multiple features, bug fixes, or experiments in parallel without interfering with each other.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rgbClr val="242424"/>
              </a:solidFill>
              <a:effectLst/>
              <a:latin typeface="source-serif-pro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err="1">
                <a:ln>
                  <a:noFill/>
                </a:ln>
                <a:solidFill>
                  <a:srgbClr val="242424"/>
                </a:solidFill>
                <a:effectLst/>
                <a:latin typeface="source-code-pro"/>
                <a:cs typeface="Arial" pitchFamily="34" charset="0"/>
              </a:rPr>
              <a:t>git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code-pro"/>
                <a:cs typeface="Arial" pitchFamily="34" charset="0"/>
              </a:rPr>
              <a:t> branch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  <a:cs typeface="Arial" pitchFamily="34" charset="0"/>
              </a:rPr>
              <a:t> — Lists all branches in the repository.</a:t>
            </a:r>
            <a:endParaRPr kumimoji="0" 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normalizeH="0" baseline="0" dirty="0">
              <a:ln>
                <a:noFill/>
              </a:ln>
              <a:solidFill>
                <a:srgbClr val="242424"/>
              </a:solidFill>
              <a:effectLst/>
              <a:latin typeface="source-code-pro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err="1">
                <a:ln>
                  <a:noFill/>
                </a:ln>
                <a:solidFill>
                  <a:srgbClr val="242424"/>
                </a:solidFill>
                <a:effectLst/>
                <a:latin typeface="source-code-pro"/>
                <a:cs typeface="Arial" pitchFamily="34" charset="0"/>
              </a:rPr>
              <a:t>git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code-pro"/>
                <a:cs typeface="Arial" pitchFamily="34" charset="0"/>
              </a:rPr>
              <a:t> branch &lt;branch-name&gt;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  <a:cs typeface="Arial" pitchFamily="34" charset="0"/>
              </a:rPr>
              <a:t> — Creates a new branch.</a:t>
            </a:r>
            <a:endParaRPr kumimoji="0" 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normalizeH="0" baseline="0" dirty="0">
              <a:ln>
                <a:noFill/>
              </a:ln>
              <a:solidFill>
                <a:srgbClr val="242424"/>
              </a:solidFill>
              <a:effectLst/>
              <a:latin typeface="source-code-pro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err="1">
                <a:ln>
                  <a:noFill/>
                </a:ln>
                <a:solidFill>
                  <a:srgbClr val="242424"/>
                </a:solidFill>
                <a:effectLst/>
                <a:latin typeface="source-code-pro"/>
                <a:cs typeface="Arial" pitchFamily="34" charset="0"/>
              </a:rPr>
              <a:t>git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code-pro"/>
                <a:cs typeface="Arial" pitchFamily="34" charset="0"/>
              </a:rPr>
              <a:t> checkout &lt;branch-name&gt;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urce-serif-pro"/>
                <a:cs typeface="Arial" pitchFamily="34" charset="0"/>
              </a:rPr>
              <a:t> — Switches to a different branch.</a:t>
            </a:r>
            <a:endParaRPr kumimoji="0" 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31734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" y="1052512"/>
            <a:ext cx="10077450" cy="475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2731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262" y="1119187"/>
            <a:ext cx="8753475" cy="461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8017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087" y="1147762"/>
            <a:ext cx="10029825" cy="456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5624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0" y="1071562"/>
            <a:ext cx="8953500" cy="471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3567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139</Words>
  <Application>Microsoft Office PowerPoint</Application>
  <PresentationFormat>Widescreen</PresentationFormat>
  <Paragraphs>19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Calibri Light</vt:lpstr>
      <vt:lpstr>sohne</vt:lpstr>
      <vt:lpstr>source-code-pro</vt:lpstr>
      <vt:lpstr>source-serif-pro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Srinivas ILLA</dc:creator>
  <cp:lastModifiedBy>charan teja</cp:lastModifiedBy>
  <cp:revision>19</cp:revision>
  <dcterms:created xsi:type="dcterms:W3CDTF">2022-04-22T16:27:16Z</dcterms:created>
  <dcterms:modified xsi:type="dcterms:W3CDTF">2025-07-22T03:10:34Z</dcterms:modified>
</cp:coreProperties>
</file>