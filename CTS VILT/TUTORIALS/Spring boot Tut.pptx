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7" r:id="rId3"/>
    <p:sldId id="318" r:id="rId4"/>
    <p:sldId id="319" r:id="rId5"/>
    <p:sldId id="320" r:id="rId6"/>
    <p:sldId id="257" r:id="rId7"/>
    <p:sldId id="258" r:id="rId8"/>
    <p:sldId id="322" r:id="rId9"/>
    <p:sldId id="260" r:id="rId10"/>
    <p:sldId id="261" r:id="rId11"/>
    <p:sldId id="267" r:id="rId12"/>
    <p:sldId id="268" r:id="rId13"/>
    <p:sldId id="269" r:id="rId14"/>
    <p:sldId id="270" r:id="rId15"/>
    <p:sldId id="325" r:id="rId16"/>
    <p:sldId id="326" r:id="rId17"/>
    <p:sldId id="332" r:id="rId18"/>
    <p:sldId id="327" r:id="rId19"/>
    <p:sldId id="328" r:id="rId20"/>
    <p:sldId id="329" r:id="rId21"/>
    <p:sldId id="330" r:id="rId22"/>
    <p:sldId id="33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83D8-9660-469E-BB89-B0E8EB1DD0A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 Boot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Spring Boot is the combination of </a:t>
            </a:r>
            <a:r>
              <a:rPr lang="en-US" b="1" dirty="0"/>
              <a:t>Spring Framework</a:t>
            </a:r>
            <a:r>
              <a:rPr lang="en-US" dirty="0"/>
              <a:t> and </a:t>
            </a:r>
            <a:r>
              <a:rPr lang="en-US" b="1" dirty="0"/>
              <a:t>Embedded Servers</a:t>
            </a:r>
            <a:r>
              <a:rPr lang="en-US" dirty="0"/>
              <a:t>.</a:t>
            </a:r>
          </a:p>
          <a:p>
            <a:r>
              <a:rPr lang="en-US" dirty="0"/>
              <a:t>In Spring Boot, there is no requirement for XML configuration (deployment descriptor). It uses convention over configuration software design paradigm that means it decreases the effort of the developer.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 Boot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is Spring Bo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564904"/>
            <a:ext cx="7620000" cy="1933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2844" y="499191"/>
            <a:ext cx="885831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main goal </a:t>
            </a:r>
            <a:r>
              <a:rPr lang="en-US" sz="2400" b="1" dirty="0"/>
              <a:t>of Spring Boot Framework </a:t>
            </a:r>
            <a:r>
              <a:rPr lang="en-US" sz="2400" dirty="0"/>
              <a:t>is to </a:t>
            </a:r>
            <a:r>
              <a:rPr lang="en-US" sz="2400" b="1" dirty="0"/>
              <a:t>reduce Development, Unit Test and Integration Test time and to ease the development of Production ready web applications very easily compared to existing Spring Framework</a:t>
            </a:r>
            <a:r>
              <a:rPr lang="en-US" sz="2400" dirty="0"/>
              <a:t>, which really takes more time.</a:t>
            </a:r>
          </a:p>
          <a:p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avoid XML Configuration completely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avoid defining more Annotation Configuration(It combined some existing Spring Framework Annotations to a simple and single Annotation)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avoid writing lots of import statements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provide some defaults to quick start new projects within no time.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provide Opinionated Development approach.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By providing or avoiding these things, Spring Boot Framework reduces Development time, Developer Effort and increases productivity.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285728"/>
            <a:ext cx="9154846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36725"/>
            <a:ext cx="91440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8929718" cy="671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6" y="714356"/>
            <a:ext cx="9142124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71414"/>
            <a:ext cx="8501090" cy="677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413" y="1471613"/>
            <a:ext cx="78771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8072494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940" y="1357298"/>
            <a:ext cx="8594117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D4745-CBCF-F69F-AFDA-5C1C5AD8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" y="1671392"/>
            <a:ext cx="903096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60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B2279-A47B-2A40-F496-F33C8AF0F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" y="1985761"/>
            <a:ext cx="907859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59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44653-DBCB-F148-72E2-45369C2E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1952419"/>
            <a:ext cx="805927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26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5A78-6CAD-51DF-FFCA-13427E62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FB0CD-3EA9-753C-6702-41EDF628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7" y="875943"/>
            <a:ext cx="849748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34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7E5E-C67C-9A41-C443-63367ACD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98651-B66D-1FDD-90BE-C5A93F1C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2242972"/>
            <a:ext cx="8059275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47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A2C8-8099-F3BF-368F-E09EC5A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566A9-FDFE-AF51-7302-A19F9619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8531"/>
            <a:ext cx="9144000" cy="46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67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D9DA-A792-1585-6756-FCFB6A09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C5D8C-08AB-7819-D486-E450663E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4" y="1857155"/>
            <a:ext cx="645885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99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1FDD0-8285-D7E0-2435-CABDFD6A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2" y="2271551"/>
            <a:ext cx="8992855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5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170</Words>
  <Application>Microsoft Office PowerPoint</Application>
  <PresentationFormat>On-screen Show (4:3)</PresentationFormat>
  <Paragraphs>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What is Spring Boot ?</vt:lpstr>
      <vt:lpstr>What is Spring Boot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30</cp:revision>
  <dcterms:created xsi:type="dcterms:W3CDTF">2023-10-01T05:28:31Z</dcterms:created>
  <dcterms:modified xsi:type="dcterms:W3CDTF">2025-07-02T08:15:39Z</dcterms:modified>
</cp:coreProperties>
</file>