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7" r:id="rId15"/>
    <p:sldId id="276" r:id="rId16"/>
    <p:sldId id="270" r:id="rId17"/>
    <p:sldId id="271" r:id="rId18"/>
    <p:sldId id="272" r:id="rId19"/>
    <p:sldId id="274" r:id="rId20"/>
    <p:sldId id="273" r:id="rId21"/>
    <p:sldId id="275" r:id="rId22"/>
    <p:sldId id="278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2DF8-F2ED-485B-8C41-E9AA84BFA564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5BFF-73B6-48B2-BB1B-0795D03C2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2DF8-F2ED-485B-8C41-E9AA84BFA564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5BFF-73B6-48B2-BB1B-0795D03C2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2DF8-F2ED-485B-8C41-E9AA84BFA564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5BFF-73B6-48B2-BB1B-0795D03C2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2DF8-F2ED-485B-8C41-E9AA84BFA564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5BFF-73B6-48B2-BB1B-0795D03C2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2DF8-F2ED-485B-8C41-E9AA84BFA564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5BFF-73B6-48B2-BB1B-0795D03C2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2DF8-F2ED-485B-8C41-E9AA84BFA564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5BFF-73B6-48B2-BB1B-0795D03C2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2DF8-F2ED-485B-8C41-E9AA84BFA564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5BFF-73B6-48B2-BB1B-0795D03C2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2DF8-F2ED-485B-8C41-E9AA84BFA564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5BFF-73B6-48B2-BB1B-0795D03C2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2DF8-F2ED-485B-8C41-E9AA84BFA564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5BFF-73B6-48B2-BB1B-0795D03C2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2DF8-F2ED-485B-8C41-E9AA84BFA564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5BFF-73B6-48B2-BB1B-0795D03C2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2DF8-F2ED-485B-8C41-E9AA84BFA564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5BFF-73B6-48B2-BB1B-0795D03C2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72DF8-F2ED-485B-8C41-E9AA84BFA564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55BFF-73B6-48B2-BB1B-0795D03C2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1857364"/>
            <a:ext cx="9270096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1505" y="500043"/>
            <a:ext cx="6974695" cy="5305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3373" y="1071546"/>
            <a:ext cx="8686907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57" y="1142984"/>
            <a:ext cx="9066286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156" y="1285860"/>
            <a:ext cx="8715688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882" y="1785926"/>
            <a:ext cx="8758589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125" y="785794"/>
            <a:ext cx="8771750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246" y="1285860"/>
            <a:ext cx="8856007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950" y="557213"/>
            <a:ext cx="8420100" cy="574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912" y="1142984"/>
            <a:ext cx="8616930" cy="3609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684" y="1785926"/>
            <a:ext cx="8561282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158" y="1428736"/>
            <a:ext cx="8950714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2761" y="1571612"/>
            <a:ext cx="8555342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23464" y="2500306"/>
            <a:ext cx="9410372" cy="1481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428604"/>
            <a:ext cx="8867993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201054"/>
            <a:ext cx="8429684" cy="4728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68766"/>
            <a:ext cx="8358246" cy="493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8700" y="738188"/>
            <a:ext cx="7086600" cy="538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908" y="1018468"/>
            <a:ext cx="8649933" cy="3901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25"/>
            <a:ext cx="91694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90650"/>
            <a:ext cx="9001156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7100"/>
            <a:ext cx="8929718" cy="500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0</Words>
  <Application>Microsoft Office PowerPoint</Application>
  <PresentationFormat>On-screen Show (4:3)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15</cp:revision>
  <dcterms:created xsi:type="dcterms:W3CDTF">2025-07-16T10:56:23Z</dcterms:created>
  <dcterms:modified xsi:type="dcterms:W3CDTF">2025-07-17T03:40:35Z</dcterms:modified>
</cp:coreProperties>
</file>