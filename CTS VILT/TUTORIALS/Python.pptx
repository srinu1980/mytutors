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1F67-D202-6B25-DA14-71BDFFC6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19E12-4636-7E2C-9643-E01475BFC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38633-8723-1EFC-64B2-57839CEC4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4FD49-545F-9CF4-7E17-2448B9A2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B5E7-287F-4925-DC4E-CDE32A2F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34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F1FF-7E70-B56D-0B0B-AE303676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29350-41E1-634C-0845-B7A6E34D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9F777-D0F2-AB07-06F0-9B0D5C05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C1CE4-BBC2-23D2-4738-E77FDF3F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57A97-8D60-8051-A1E9-194B38FA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242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9EF3-2DDA-4360-B84D-FEE772157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2A17F-F8B3-1DE7-8058-80771B4A4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A6FB2-5261-B1AE-008A-47B02754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E0139-461C-0C94-A224-2DE8782A2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E223F-763F-4098-7FCC-F3FA0F75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8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F76D-D4C7-A4DA-E86F-B0577F7C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C3900-762A-8F8E-3A9D-63C4E9C8B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889FB-B589-02AC-B236-E8192742B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BC18F-E8CD-95EE-4ACA-E13E9D1A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F9880-B67B-0AB3-5B03-3C315594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01BB5-BD44-DC53-9C78-11E164F0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42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86B0C-60B0-C6D7-5B3E-D4503564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737A8-F58D-979A-C38E-F2300F707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06E17-F0FD-713A-B77F-F000B65FC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2E7E42-CE3D-82A0-D762-9DBA82235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811C8-7796-9931-AF74-022ED151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D176D-F4A9-10A6-AED1-839D19EB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9ED954-03B4-88C6-0010-3646E0EC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FD087-AD97-CFF0-E283-5C926F7B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07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BFBF-1A05-C3B8-CC2B-8305EDCE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07EA4-1C1E-A650-71E2-24B798AF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CEBC4-C2E8-8E12-2E43-8B58E250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7E525-3D5E-1699-7337-E736F5F4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75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A1E77-6E54-4380-0759-DC1132C6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F606C-7FB4-A0A6-9B82-F80173EA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51953-5ED3-13AF-D012-DCBEFA27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434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2CB45-BB49-6299-0757-7F9F0B01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684D2-8599-0CD4-121E-50EC21ED5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0B1E2-C973-4394-C8B5-F1D77119E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280B1-7A2F-58F2-779E-3B64FF9B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B33DF-FFA8-5452-9963-2BD9F9AB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818A7-89FF-3AC5-94F0-04D11D33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419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32DC-9CA7-DF86-0CE6-87C24FEA2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241A5-81C9-E511-5905-23A912CD9D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DD524-22E7-25A4-F4AD-E982070D0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E2211-123D-74B5-574C-5E31D63B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11EBD-2604-0D59-4E5B-347BBF74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401AC-9266-681F-B8DD-01FEF732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6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C19F-F972-BAB0-0E73-496C9934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DD780-4D73-ECF5-B1E1-6ECD78F03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2EE0C-C898-4E69-16FE-BAA67D1F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D2DD6-0DEE-84D3-F026-614274ED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6D684-A292-8DE0-E672-4EB7AB2C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72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5DEE1-6D96-D9AD-82D5-91065159B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7399B-2B21-299F-E0AE-7AB56643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BF1A0-C6FC-A71D-8AED-A36B87A9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C8F07-F53C-4080-FFF6-A233666E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883FA-0A83-31CF-8E94-F0E9B7ED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82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F6AAE-73ED-F6FD-517B-2DAD1AE5A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D87D5-02EF-BD5A-F6EB-E7B50AA2A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DF4F-23DC-0108-4B88-9912B251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6665E-52CD-47C7-8BAC-378D1671757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FA6A4-3D01-05F4-E35F-95FE56D2B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2FAC2-21E7-C95C-C0FB-DD959F501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62CAF-2467-4CDC-AABD-188A1A37A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8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F51AA-697D-0B5F-5165-98ACAA73C6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C3489-8A34-6D43-BB76-8891F6262B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8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E0203-A78F-9ACE-28EA-37257F9AD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063" y="0"/>
            <a:ext cx="7821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8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FCEEF-2F93-F037-B26C-A9479836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2EAF00-FF18-380C-B298-EDDE7934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13" y="0"/>
            <a:ext cx="8315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0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2D1D-C33C-ED46-19C4-D7812F68C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E7F25-8DE3-291B-497A-B9B2C49FF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51" y="0"/>
            <a:ext cx="11768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96015-BC5B-6F41-C4EA-EE65E801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9E917A-D549-4199-412D-60080E90A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128127"/>
            <a:ext cx="10993384" cy="66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8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2E347-0EF2-02F4-568B-38B2706A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690408-33A0-77B9-A704-71AC3DFBD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961" y="0"/>
            <a:ext cx="8060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2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8918-60AB-86D1-8E10-32CDD838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2A45F6-B754-9BAF-00A1-0718C1D17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304364"/>
            <a:ext cx="11707859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0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_types">
            <a:extLst>
              <a:ext uri="{FF2B5EF4-FFF2-40B4-BE49-F238E27FC236}">
                <a16:creationId xmlns:a16="http://schemas.microsoft.com/office/drawing/2014/main" id="{448D067C-EE73-8BD5-220E-C74E002A0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27" y="812292"/>
            <a:ext cx="10699897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72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8B19-8E29-EDD3-F59D-F31FCE6F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1F91F-37C8-9E43-9A0E-3DB5FCA27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88" y="0"/>
            <a:ext cx="97984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19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76F2D-A52A-3A3C-45F0-BBE77E8D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43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A47A-AE6A-811B-5115-F47ABEEF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BE9F6-E2D8-D059-EB1F-430B3364C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" y="0"/>
            <a:ext cx="12153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2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4402-4CF8-3798-5C14-5874C2809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30A76B-7E7D-CBD7-CEC1-B9F3AD5C0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290074"/>
            <a:ext cx="8945223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6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BFD7A-C359-3BF1-2545-A7EC5373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265881-465B-DD60-3259-37775B485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56" y="1638050"/>
            <a:ext cx="9040487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8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E0DE-86F0-81AE-F228-CA210110E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697E1B-0501-3DDD-D03C-61DD9F7C1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749"/>
            <a:ext cx="12192000" cy="629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47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2AFB-BE6E-3156-B25A-62E1F71D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F27003-F17F-D1C9-9542-972239EAC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" y="0"/>
            <a:ext cx="12172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17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2CA97-EB58-BC83-B48E-FBBC8DC5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C91D8-A9C6-6502-C934-18B54CD7F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591"/>
            <a:ext cx="12192000" cy="575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16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E69A-D5A8-16FC-9BFC-5E58BFCC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D64C49-32DC-74DB-48C4-A09A5803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613969"/>
            <a:ext cx="10193173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63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DA700-7DF5-CB0C-2E85-0359A55C1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583AC-05BD-3ACF-3E38-FA210F461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56" y="0"/>
            <a:ext cx="10934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76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106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71282-F7C4-3AF4-017B-B5598F35D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30" y="480601"/>
            <a:ext cx="9602540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16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380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0C2AF-EBF3-07EF-3C27-FB4350E5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733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EFF9-2FE4-66DC-3A1C-38E23FAC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460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8B867-D7D5-84E9-FF96-80356551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542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C497A-9538-7CBC-C882-218F91B39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9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teja</dc:creator>
  <cp:lastModifiedBy>charan teja</cp:lastModifiedBy>
  <cp:revision>3</cp:revision>
  <dcterms:created xsi:type="dcterms:W3CDTF">2025-09-01T15:15:23Z</dcterms:created>
  <dcterms:modified xsi:type="dcterms:W3CDTF">2025-09-04T07:37:10Z</dcterms:modified>
</cp:coreProperties>
</file>