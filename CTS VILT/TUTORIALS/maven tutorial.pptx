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1" r:id="rId4"/>
    <p:sldId id="258" r:id="rId5"/>
    <p:sldId id="259" r:id="rId6"/>
    <p:sldId id="260" r:id="rId7"/>
    <p:sldId id="282" r:id="rId8"/>
    <p:sldId id="283" r:id="rId9"/>
    <p:sldId id="284" r:id="rId10"/>
    <p:sldId id="262" r:id="rId11"/>
    <p:sldId id="261" r:id="rId12"/>
    <p:sldId id="26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5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9600F-8FC0-4B62-BDA4-721BCF5A5F80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7C-B2D0-477E-A3CF-24A9FFAE9AD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E20D7C-B2D0-477E-A3CF-24A9FFAE9AD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9D8F7-C9D2-49D8-BEFA-2AC1E24DA51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57325"/>
            <a:ext cx="9143999" cy="4186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963" y="428604"/>
            <a:ext cx="8982075" cy="572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87425"/>
            <a:ext cx="9461500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89203" y="1671644"/>
            <a:ext cx="9312533" cy="3829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66725"/>
            <a:ext cx="9988550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8" y="1622425"/>
            <a:ext cx="7842572" cy="361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1142984"/>
            <a:ext cx="9001188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8152" y="928670"/>
            <a:ext cx="8407252" cy="4472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362" y="1428736"/>
            <a:ext cx="8631918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984" y="1142984"/>
            <a:ext cx="8623858" cy="4519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500042"/>
            <a:ext cx="864399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Maven - Creating Project</a:t>
            </a:r>
          </a:p>
          <a:p>
            <a:endParaRPr lang="en-IN" sz="2400" b="1" dirty="0"/>
          </a:p>
          <a:p>
            <a:r>
              <a:rPr lang="en-US" sz="2400" dirty="0"/>
              <a:t>Maven uses </a:t>
            </a:r>
            <a:r>
              <a:rPr lang="en-US" sz="2400" b="1" dirty="0"/>
              <a:t>archetype</a:t>
            </a:r>
            <a:r>
              <a:rPr lang="en-US" sz="2400" dirty="0"/>
              <a:t> </a:t>
            </a:r>
            <a:r>
              <a:rPr lang="en-US" sz="2400" dirty="0" err="1"/>
              <a:t>plugins</a:t>
            </a:r>
            <a:r>
              <a:rPr lang="en-US" sz="2400" dirty="0"/>
              <a:t> to create projects. To create a simple java application, we'll use maven-archetype-</a:t>
            </a:r>
            <a:r>
              <a:rPr lang="en-US" sz="2400" dirty="0" err="1"/>
              <a:t>quickstart</a:t>
            </a:r>
            <a:r>
              <a:rPr lang="en-US" sz="2400" dirty="0"/>
              <a:t> </a:t>
            </a:r>
            <a:r>
              <a:rPr lang="en-US" sz="2400" dirty="0" err="1"/>
              <a:t>plugin</a:t>
            </a:r>
            <a:r>
              <a:rPr lang="en-US" sz="2400" dirty="0"/>
              <a:t>.</a:t>
            </a:r>
          </a:p>
          <a:p>
            <a:endParaRPr lang="en-IN" sz="2400" b="1" dirty="0"/>
          </a:p>
          <a:p>
            <a:endParaRPr lang="en-IN" sz="2400" b="1" dirty="0"/>
          </a:p>
          <a:p>
            <a:r>
              <a:rPr lang="en-US" sz="2400" dirty="0"/>
              <a:t>Let's open the command console, go to the C:\MVN directory and execute the following </a:t>
            </a:r>
            <a:r>
              <a:rPr lang="en-US" sz="2400" b="1" dirty="0" err="1"/>
              <a:t>mvn</a:t>
            </a:r>
            <a:r>
              <a:rPr lang="en-US" sz="2400" dirty="0"/>
              <a:t> command. </a:t>
            </a:r>
          </a:p>
          <a:p>
            <a:endParaRPr lang="en-US" sz="2400" dirty="0"/>
          </a:p>
          <a:p>
            <a:r>
              <a:rPr lang="en-US" sz="2400" dirty="0"/>
              <a:t>Make sure that C:\MVN directory is empty before running the command.</a:t>
            </a:r>
          </a:p>
          <a:p>
            <a:r>
              <a:rPr lang="en-US" sz="2400" dirty="0"/>
              <a:t>C:\MVN&gt;</a:t>
            </a:r>
            <a:r>
              <a:rPr lang="en-US" sz="2400" dirty="0" err="1"/>
              <a:t>mvn</a:t>
            </a:r>
            <a:r>
              <a:rPr lang="en-US" sz="2400" dirty="0"/>
              <a:t> </a:t>
            </a:r>
            <a:r>
              <a:rPr lang="en-US" sz="2400" dirty="0" err="1"/>
              <a:t>archetype:generate</a:t>
            </a:r>
            <a:r>
              <a:rPr lang="en-US" sz="2400" dirty="0"/>
              <a:t> -</a:t>
            </a:r>
            <a:r>
              <a:rPr lang="en-US" sz="2400" dirty="0" err="1"/>
              <a:t>DgroupId</a:t>
            </a:r>
            <a:r>
              <a:rPr lang="en-US" sz="2400" dirty="0"/>
              <a:t> = </a:t>
            </a:r>
            <a:r>
              <a:rPr lang="en-US" sz="2400" dirty="0" err="1"/>
              <a:t>com.companyname.bank</a:t>
            </a:r>
            <a:r>
              <a:rPr lang="en-US" sz="2400" dirty="0"/>
              <a:t> -</a:t>
            </a:r>
            <a:r>
              <a:rPr lang="en-US" sz="2400" dirty="0" err="1"/>
              <a:t>DartifactId</a:t>
            </a:r>
            <a:r>
              <a:rPr lang="en-US" sz="2400" dirty="0"/>
              <a:t> = </a:t>
            </a:r>
            <a:r>
              <a:rPr lang="en-US" sz="2400" dirty="0" err="1"/>
              <a:t>consumerBanking</a:t>
            </a:r>
            <a:r>
              <a:rPr lang="en-US" sz="2400" dirty="0"/>
              <a:t> -</a:t>
            </a:r>
            <a:r>
              <a:rPr lang="en-US" sz="2400" dirty="0" err="1"/>
              <a:t>DarchetypeArtifactId</a:t>
            </a:r>
            <a:r>
              <a:rPr lang="en-US" sz="2400" dirty="0"/>
              <a:t> = maven-archetype-</a:t>
            </a:r>
            <a:r>
              <a:rPr lang="en-US" sz="2400" dirty="0" err="1"/>
              <a:t>quickstart</a:t>
            </a:r>
            <a:r>
              <a:rPr lang="en-US" sz="2400" dirty="0"/>
              <a:t> -</a:t>
            </a:r>
            <a:r>
              <a:rPr lang="en-US" sz="2400" dirty="0" err="1"/>
              <a:t>DinteractiveMode</a:t>
            </a:r>
            <a:r>
              <a:rPr lang="en-US" sz="2400" dirty="0"/>
              <a:t> = false</a:t>
            </a:r>
          </a:p>
          <a:p>
            <a:endParaRPr lang="en-IN" sz="2400" b="1" dirty="0"/>
          </a:p>
          <a:p>
            <a:endParaRPr lang="en-IN" sz="2400" b="1" dirty="0"/>
          </a:p>
          <a:p>
            <a:endParaRPr lang="en-US" sz="24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4E59E1-AC37-4574-212A-EF6B8C243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15" y="0"/>
            <a:ext cx="7750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7ED999-20FC-393A-6214-796F2DC21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8302"/>
            <a:ext cx="9144000" cy="47013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D2314B-6058-D994-E0A9-487F26E44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497" y="366285"/>
            <a:ext cx="3801005" cy="61254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87</Words>
  <Application>Microsoft Office PowerPoint</Application>
  <PresentationFormat>On-screen Show (4:3)</PresentationFormat>
  <Paragraphs>11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charan teja</cp:lastModifiedBy>
  <cp:revision>17</cp:revision>
  <dcterms:created xsi:type="dcterms:W3CDTF">2024-02-04T16:26:25Z</dcterms:created>
  <dcterms:modified xsi:type="dcterms:W3CDTF">2024-11-12T10:49:24Z</dcterms:modified>
</cp:coreProperties>
</file>