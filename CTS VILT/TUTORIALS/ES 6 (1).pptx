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23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99BBA-D71B-487D-AF16-74298D926E2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20" y="2413338"/>
            <a:ext cx="857256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JavaScript </a:t>
            </a:r>
            <a:r>
              <a:rPr lang="en-US" sz="2400" b="1" dirty="0"/>
              <a:t>ES6</a:t>
            </a:r>
            <a:r>
              <a:rPr lang="en-US" sz="2400" dirty="0"/>
              <a:t> (also known as </a:t>
            </a:r>
            <a:r>
              <a:rPr lang="en-US" sz="2400" b="1" dirty="0" err="1"/>
              <a:t>ECMAScript</a:t>
            </a:r>
            <a:r>
              <a:rPr lang="en-US" sz="2400" b="1" dirty="0"/>
              <a:t> 2015</a:t>
            </a:r>
            <a:r>
              <a:rPr lang="en-US" sz="2400" dirty="0"/>
              <a:t> or </a:t>
            </a:r>
            <a:r>
              <a:rPr lang="en-US" sz="2400" b="1" dirty="0" err="1"/>
              <a:t>ECMAScript</a:t>
            </a:r>
            <a:r>
              <a:rPr lang="en-US" sz="2400" b="1" dirty="0"/>
              <a:t> 6</a:t>
            </a:r>
            <a:r>
              <a:rPr lang="en-US" sz="2400" dirty="0"/>
              <a:t>) is the newer version of JavaScript that was introduced in 2015.</a:t>
            </a:r>
          </a:p>
          <a:p>
            <a:endParaRPr lang="en-US" sz="2400" dirty="0"/>
          </a:p>
          <a:p>
            <a:r>
              <a:rPr lang="en-US" sz="2400" dirty="0" err="1"/>
              <a:t>ECMAScript</a:t>
            </a:r>
            <a:r>
              <a:rPr lang="en-US" sz="2400" dirty="0"/>
              <a:t>  is the standard that JavaScript programming language uses. </a:t>
            </a:r>
          </a:p>
          <a:p>
            <a:endParaRPr lang="en-US" sz="2400" dirty="0"/>
          </a:p>
          <a:p>
            <a:r>
              <a:rPr lang="en-US" sz="2400" dirty="0" err="1"/>
              <a:t>ECMAScript</a:t>
            </a:r>
            <a:r>
              <a:rPr lang="en-US" sz="2400" dirty="0"/>
              <a:t> provides the specification on how JavaScript programming language should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85786" y="1859341"/>
            <a:ext cx="807249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Let keyword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Variables declared with the </a:t>
            </a:r>
            <a:r>
              <a:rPr lang="en-US" sz="2400" b="1" dirty="0" err="1"/>
              <a:t>var</a:t>
            </a:r>
            <a:r>
              <a:rPr lang="en-US" sz="2400" dirty="0"/>
              <a:t> keyword </a:t>
            </a:r>
            <a:r>
              <a:rPr lang="en-US" sz="2400" b="1" dirty="0"/>
              <a:t>are function-scoped </a:t>
            </a:r>
            <a:r>
              <a:rPr lang="en-US" sz="2400" dirty="0"/>
              <a:t>and </a:t>
            </a:r>
            <a:r>
              <a:rPr lang="en-US" sz="2400" b="1" dirty="0"/>
              <a:t>hoisted at the top within its scope</a:t>
            </a:r>
            <a:r>
              <a:rPr lang="en-US" sz="2400" dirty="0"/>
              <a:t>, whereas variables declared with let keyword are </a:t>
            </a:r>
            <a:r>
              <a:rPr lang="en-US" sz="2400" b="1" dirty="0"/>
              <a:t>block-scoped ({}) and they are not hoisted.</a:t>
            </a:r>
          </a:p>
          <a:p>
            <a:endParaRPr lang="en-US" sz="2400" dirty="0"/>
          </a:p>
          <a:p>
            <a:r>
              <a:rPr lang="en-US" sz="2400" dirty="0"/>
              <a:t>Block scoping simply means that a new scope is created between a pair of curly brackets i.e. {}. Therefore, if you declare a variable with the let keyword inside a loop, it does not exist outside of the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4348" y="335846"/>
            <a:ext cx="778674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&lt;head&gt;</a:t>
            </a:r>
          </a:p>
          <a:p>
            <a:r>
              <a:rPr lang="en-US" dirty="0"/>
              <a:t>    &lt;meta </a:t>
            </a:r>
            <a:r>
              <a:rPr lang="en-US" dirty="0" err="1"/>
              <a:t>charset</a:t>
            </a:r>
            <a:r>
              <a:rPr lang="en-US" dirty="0"/>
              <a:t>="utf-8"&gt;</a:t>
            </a:r>
          </a:p>
          <a:p>
            <a:r>
              <a:rPr lang="en-US" dirty="0"/>
              <a:t>    &lt;title&gt;JavaScript ES6 let Keyword&lt;/title&gt;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    &lt;script&gt;</a:t>
            </a:r>
          </a:p>
          <a:p>
            <a:r>
              <a:rPr lang="en-US" dirty="0"/>
              <a:t>    // ES6 syntax</a:t>
            </a:r>
          </a:p>
          <a:p>
            <a:r>
              <a:rPr lang="en-US" dirty="0"/>
              <a:t>    for(let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5;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 + "&lt;</a:t>
            </a:r>
            <a:r>
              <a:rPr lang="en-US" dirty="0" err="1"/>
              <a:t>br</a:t>
            </a:r>
            <a:r>
              <a:rPr lang="en-US" dirty="0"/>
              <a:t>&gt;"); // 0,1,2,3,4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document.write</a:t>
            </a:r>
            <a:r>
              <a:rPr lang="en-US" dirty="0"/>
              <a:t>("&lt;hr&gt;" + </a:t>
            </a:r>
            <a:r>
              <a:rPr lang="en-US" dirty="0" err="1"/>
              <a:t>i</a:t>
            </a:r>
            <a:r>
              <a:rPr lang="en-US" dirty="0"/>
              <a:t> + "&lt;hr&gt;"); // undefined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ES5 syntax</a:t>
            </a:r>
          </a:p>
          <a:p>
            <a:r>
              <a:rPr lang="en-US" dirty="0"/>
              <a:t>    for(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5;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 + "&lt;</a:t>
            </a:r>
            <a:r>
              <a:rPr lang="en-US" dirty="0" err="1"/>
              <a:t>br</a:t>
            </a:r>
            <a:r>
              <a:rPr lang="en-US" dirty="0"/>
              <a:t>&gt;"); // 0,1,2,3,4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document.write</a:t>
            </a:r>
            <a:r>
              <a:rPr lang="en-US" dirty="0"/>
              <a:t>("&lt;hr&gt;" +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r>
              <a:rPr lang="en-US" dirty="0"/>
              <a:t>    &lt;/script&gt;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715436" cy="103412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b="1" dirty="0"/>
              <a:t>The const Keyword</a:t>
            </a:r>
          </a:p>
          <a:p>
            <a:r>
              <a:rPr lang="en-US" dirty="0"/>
              <a:t>The new const keyword makes it possible to define constants. Constants are read-only, you cannot reassign new values to them. They are also block-scoped like let.</a:t>
            </a:r>
          </a:p>
          <a:p>
            <a:endParaRPr lang="en-IN" dirty="0"/>
          </a:p>
          <a:p>
            <a:endParaRPr lang="en-US" dirty="0"/>
          </a:p>
          <a:p>
            <a:r>
              <a:rPr lang="en-US" dirty="0"/>
              <a:t>const PI = 3.14;</a:t>
            </a:r>
          </a:p>
          <a:p>
            <a:r>
              <a:rPr lang="en-US" dirty="0"/>
              <a:t>console.log(PI); // 3.14</a:t>
            </a:r>
          </a:p>
          <a:p>
            <a:endParaRPr lang="en-US" dirty="0"/>
          </a:p>
          <a:p>
            <a:r>
              <a:rPr lang="en-US" dirty="0"/>
              <a:t>PI = 10; // error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However, you can still change object properties or array elements:</a:t>
            </a:r>
          </a:p>
          <a:p>
            <a:endParaRPr lang="en-US" dirty="0"/>
          </a:p>
          <a:p>
            <a:r>
              <a:rPr lang="en-US" dirty="0"/>
              <a:t>&lt;!DOCTYPE html&gt;</a:t>
            </a:r>
          </a:p>
          <a:p>
            <a:r>
              <a:rPr lang="en-US" dirty="0"/>
              <a:t>&lt;html </a:t>
            </a:r>
            <a:r>
              <a:rPr lang="en-US" dirty="0" err="1"/>
              <a:t>lang</a:t>
            </a:r>
            <a:r>
              <a:rPr lang="en-US" dirty="0"/>
              <a:t>="en"&gt;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    &lt;meta </a:t>
            </a:r>
            <a:r>
              <a:rPr lang="en-US" dirty="0" err="1"/>
              <a:t>charset</a:t>
            </a:r>
            <a:r>
              <a:rPr lang="en-US" dirty="0"/>
              <a:t>="utf-8"&gt;</a:t>
            </a:r>
          </a:p>
          <a:p>
            <a:r>
              <a:rPr lang="en-US" dirty="0"/>
              <a:t>    &lt;title&gt;JavaScript ES6 Constants are Not Truly Immutable&lt;/title&gt;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    &lt;script&gt;</a:t>
            </a:r>
          </a:p>
          <a:p>
            <a:r>
              <a:rPr lang="en-US" dirty="0"/>
              <a:t>    // Changing object property value</a:t>
            </a:r>
          </a:p>
          <a:p>
            <a:r>
              <a:rPr lang="en-US" dirty="0"/>
              <a:t>    const PERSON = {name: "Peter", age: 28};</a:t>
            </a:r>
          </a:p>
          <a:p>
            <a:r>
              <a:rPr lang="en-US" dirty="0"/>
              <a:t>    </a:t>
            </a: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PERSON.age</a:t>
            </a:r>
            <a:r>
              <a:rPr lang="en-US" dirty="0"/>
              <a:t> + "&lt;</a:t>
            </a:r>
            <a:r>
              <a:rPr lang="en-US" dirty="0" err="1"/>
              <a:t>br</a:t>
            </a:r>
            <a:r>
              <a:rPr lang="en-US" dirty="0"/>
              <a:t>&gt;"); // 28</a:t>
            </a:r>
          </a:p>
          <a:p>
            <a:r>
              <a:rPr lang="en-US" dirty="0"/>
              <a:t>    </a:t>
            </a:r>
            <a:r>
              <a:rPr lang="en-US" dirty="0" err="1"/>
              <a:t>PERSON.age</a:t>
            </a:r>
            <a:r>
              <a:rPr lang="en-US" dirty="0"/>
              <a:t> = 30;</a:t>
            </a:r>
          </a:p>
          <a:p>
            <a:r>
              <a:rPr lang="en-US" dirty="0"/>
              <a:t>    </a:t>
            </a: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PERSON.age</a:t>
            </a:r>
            <a:r>
              <a:rPr lang="en-US" dirty="0"/>
              <a:t> + "&lt;hr&gt;"); // 30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Changing array element</a:t>
            </a:r>
          </a:p>
          <a:p>
            <a:r>
              <a:rPr lang="en-US" dirty="0"/>
              <a:t>    const COLORS = ["red", "green", "blue"];</a:t>
            </a:r>
          </a:p>
          <a:p>
            <a:r>
              <a:rPr lang="en-US" dirty="0"/>
              <a:t>    </a:t>
            </a:r>
            <a:r>
              <a:rPr lang="en-US" dirty="0" err="1"/>
              <a:t>document.write</a:t>
            </a:r>
            <a:r>
              <a:rPr lang="en-US" dirty="0"/>
              <a:t>(COLORS[0] + "&lt;</a:t>
            </a:r>
            <a:r>
              <a:rPr lang="en-US" dirty="0" err="1"/>
              <a:t>br</a:t>
            </a:r>
            <a:r>
              <a:rPr lang="en-US" dirty="0"/>
              <a:t>&gt;"); // red</a:t>
            </a:r>
          </a:p>
          <a:p>
            <a:r>
              <a:rPr lang="en-US" dirty="0"/>
              <a:t>    COLORS[0] = "yellow";</a:t>
            </a:r>
          </a:p>
          <a:p>
            <a:r>
              <a:rPr lang="en-US" dirty="0"/>
              <a:t>    </a:t>
            </a:r>
            <a:r>
              <a:rPr lang="en-US" dirty="0" err="1"/>
              <a:t>document.write</a:t>
            </a:r>
            <a:r>
              <a:rPr lang="en-US" dirty="0"/>
              <a:t>(COLORS[0]); // yellow</a:t>
            </a:r>
          </a:p>
          <a:p>
            <a:r>
              <a:rPr lang="en-US" dirty="0"/>
              <a:t>    &lt;/script&gt;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251840"/>
            <a:ext cx="8715436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b="1" dirty="0"/>
              <a:t>The for...of Loop</a:t>
            </a:r>
          </a:p>
          <a:p>
            <a:r>
              <a:rPr lang="en-US" dirty="0"/>
              <a:t>The new for...of loop allows us to iterate over arrays or other </a:t>
            </a:r>
            <a:r>
              <a:rPr lang="en-US" dirty="0" err="1"/>
              <a:t>iterable</a:t>
            </a:r>
            <a:r>
              <a:rPr lang="en-US" dirty="0"/>
              <a:t> objects very easily. Also, the code inside the loop is executed for each element of the </a:t>
            </a:r>
            <a:r>
              <a:rPr lang="en-US" dirty="0" err="1"/>
              <a:t>iterable</a:t>
            </a:r>
            <a:r>
              <a:rPr lang="en-US" dirty="0"/>
              <a:t> object. Here's an example:</a:t>
            </a:r>
          </a:p>
          <a:p>
            <a:endParaRPr lang="en-US" dirty="0"/>
          </a:p>
          <a:p>
            <a:r>
              <a:rPr lang="en-US" dirty="0" err="1"/>
              <a:t>ExampleTry</a:t>
            </a:r>
            <a:r>
              <a:rPr lang="en-US" dirty="0"/>
              <a:t> this code »</a:t>
            </a:r>
          </a:p>
          <a:p>
            <a:r>
              <a:rPr lang="en-US" dirty="0"/>
              <a:t>// Iterating over array</a:t>
            </a:r>
          </a:p>
          <a:p>
            <a:r>
              <a:rPr lang="en-US" dirty="0"/>
              <a:t>let letters = ["a", "b", "c", "d", "e", "f"];</a:t>
            </a:r>
          </a:p>
          <a:p>
            <a:endParaRPr lang="en-US" dirty="0"/>
          </a:p>
          <a:p>
            <a:r>
              <a:rPr lang="en-US" dirty="0"/>
              <a:t>for(let letter of letters) {</a:t>
            </a:r>
          </a:p>
          <a:p>
            <a:r>
              <a:rPr lang="en-US" dirty="0"/>
              <a:t>    console.log(letter); // </a:t>
            </a:r>
            <a:r>
              <a:rPr lang="en-US" dirty="0" err="1"/>
              <a:t>a,b,c,d,e,f</a:t>
            </a:r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Iterating over string</a:t>
            </a:r>
          </a:p>
          <a:p>
            <a:r>
              <a:rPr lang="en-US" dirty="0"/>
              <a:t>let greet = "Hello World!";</a:t>
            </a:r>
          </a:p>
          <a:p>
            <a:endParaRPr lang="en-US" dirty="0"/>
          </a:p>
          <a:p>
            <a:r>
              <a:rPr lang="en-US" dirty="0"/>
              <a:t>for(let character of greet) {</a:t>
            </a:r>
          </a:p>
          <a:p>
            <a:r>
              <a:rPr lang="en-US" dirty="0"/>
              <a:t>    console.log(character); // </a:t>
            </a:r>
            <a:r>
              <a:rPr lang="en-US" dirty="0" err="1"/>
              <a:t>H,e,l,l,o</a:t>
            </a:r>
            <a:r>
              <a:rPr lang="en-US" dirty="0"/>
              <a:t>, ,</a:t>
            </a:r>
            <a:r>
              <a:rPr lang="en-US" dirty="0" err="1"/>
              <a:t>W,o,r,l,d</a:t>
            </a:r>
            <a:r>
              <a:rPr lang="en-US" dirty="0"/>
              <a:t>,!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The for...of loop doesn't work with objects because they are not </a:t>
            </a:r>
            <a:r>
              <a:rPr lang="en-US" dirty="0" err="1"/>
              <a:t>iterable</a:t>
            </a:r>
            <a:r>
              <a:rPr lang="en-US" dirty="0"/>
              <a:t>. If you want to iterate over the properties of an object you can use the for-in loop.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751344"/>
            <a:ext cx="864399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Template literals </a:t>
            </a:r>
            <a:r>
              <a:rPr lang="en-US" dirty="0"/>
              <a:t>are created using back-tick (` `) (grave accent) character instead of the usual double or single quotes.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Interpolation</a:t>
            </a:r>
          </a:p>
          <a:p>
            <a:endParaRPr lang="en-US" dirty="0"/>
          </a:p>
          <a:p>
            <a:r>
              <a:rPr lang="en-US" dirty="0"/>
              <a:t>Template literals provide an easy way to interpolate variables and expressions into strings.</a:t>
            </a:r>
          </a:p>
          <a:p>
            <a:endParaRPr lang="en-US" dirty="0"/>
          </a:p>
          <a:p>
            <a:r>
              <a:rPr lang="en-US" dirty="0"/>
              <a:t>The method is called string interpolation.</a:t>
            </a:r>
          </a:p>
          <a:p>
            <a:endParaRPr lang="en-US" dirty="0"/>
          </a:p>
          <a:p>
            <a:r>
              <a:rPr lang="en-US" dirty="0"/>
              <a:t>The syntax is:</a:t>
            </a:r>
          </a:p>
          <a:p>
            <a:endParaRPr lang="en-US" dirty="0"/>
          </a:p>
          <a:p>
            <a:r>
              <a:rPr lang="en-US" dirty="0"/>
              <a:t>${...}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85786" y="514351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dirty="0"/>
              <a:t>const name = 'Jack';</a:t>
            </a:r>
          </a:p>
          <a:p>
            <a:r>
              <a:rPr lang="en-US" dirty="0"/>
              <a:t>console.log(`Hello ${name}!`); // Hello Jack!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2551837"/>
            <a:ext cx="871543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// Simple multi-line string</a:t>
            </a:r>
          </a:p>
          <a:p>
            <a:r>
              <a:rPr lang="en-US" sz="2400" dirty="0"/>
              <a:t> let </a:t>
            </a:r>
            <a:r>
              <a:rPr lang="en-US" sz="2400" dirty="0" err="1"/>
              <a:t>str</a:t>
            </a:r>
            <a:r>
              <a:rPr lang="en-US" sz="2400" dirty="0"/>
              <a:t> = `The quick brown fox jumps over the lazy dog.`; </a:t>
            </a:r>
          </a:p>
          <a:p>
            <a:r>
              <a:rPr lang="en-US" sz="2400" dirty="0"/>
              <a:t>// String with embedded variables and expression </a:t>
            </a:r>
          </a:p>
          <a:p>
            <a:endParaRPr lang="en-US" sz="2400" dirty="0"/>
          </a:p>
          <a:p>
            <a:r>
              <a:rPr lang="en-US" sz="2400" dirty="0"/>
              <a:t>let a = 10; </a:t>
            </a:r>
          </a:p>
          <a:p>
            <a:r>
              <a:rPr lang="en-US" sz="2400" dirty="0"/>
              <a:t>let b = 20; </a:t>
            </a:r>
          </a:p>
          <a:p>
            <a:r>
              <a:rPr lang="en-US" sz="2400" dirty="0"/>
              <a:t>let result = `The sum of ${a} and ${b} is ${</a:t>
            </a:r>
            <a:r>
              <a:rPr lang="en-US" sz="2400" dirty="0" err="1"/>
              <a:t>a+b</a:t>
            </a:r>
            <a:r>
              <a:rPr lang="en-US" sz="2400" dirty="0"/>
              <a:t>}.`; </a:t>
            </a:r>
          </a:p>
          <a:p>
            <a:r>
              <a:rPr lang="en-US" sz="2400" dirty="0"/>
              <a:t>console.log(result); // The sum of 10 and 20 is 30.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85728"/>
            <a:ext cx="8215370" cy="6131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7544" y="1484784"/>
            <a:ext cx="7038975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7475" y="733425"/>
            <a:ext cx="6369050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2976" y="500042"/>
            <a:ext cx="26697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JavaScript Arrow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57158" y="1428736"/>
            <a:ext cx="835824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 provides a more concise syntax for writing function expressions   by opting out the function and return keywords. </a:t>
            </a:r>
          </a:p>
          <a:p>
            <a:endParaRPr lang="en-US" dirty="0"/>
          </a:p>
          <a:p>
            <a:r>
              <a:rPr lang="en-US" dirty="0"/>
              <a:t>Arrow functions are defined using a new syntax, the fat arrow (=&gt;) notation.</a:t>
            </a:r>
            <a:br>
              <a:rPr lang="en-US" dirty="0"/>
            </a:br>
            <a:endParaRPr lang="en-US" dirty="0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3071810"/>
            <a:ext cx="4934717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-24"/>
            <a:ext cx="9001156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// Single parameter, single statement </a:t>
            </a:r>
          </a:p>
          <a:p>
            <a:r>
              <a:rPr lang="en-US" dirty="0" err="1"/>
              <a:t>var</a:t>
            </a:r>
            <a:r>
              <a:rPr lang="en-US" dirty="0"/>
              <a:t> greet = name =&gt; alert("Hi " + name + "!"); </a:t>
            </a:r>
          </a:p>
          <a:p>
            <a:r>
              <a:rPr lang="en-US" dirty="0"/>
              <a:t>greet("Peter"); // Hi Peter! </a:t>
            </a:r>
          </a:p>
          <a:p>
            <a:endParaRPr lang="en-US" dirty="0"/>
          </a:p>
          <a:p>
            <a:r>
              <a:rPr lang="en-US" dirty="0"/>
              <a:t>// Multiple arguments, single statement </a:t>
            </a:r>
          </a:p>
          <a:p>
            <a:r>
              <a:rPr lang="en-US" dirty="0" err="1"/>
              <a:t>var</a:t>
            </a:r>
            <a:r>
              <a:rPr lang="en-US" dirty="0"/>
              <a:t> multiply = (x, y) =&gt; x * y; </a:t>
            </a:r>
          </a:p>
          <a:p>
            <a:r>
              <a:rPr lang="en-US" dirty="0"/>
              <a:t>alert(multiply(2, 3)); // 6 </a:t>
            </a:r>
          </a:p>
          <a:p>
            <a:endParaRPr lang="en-US" dirty="0"/>
          </a:p>
          <a:p>
            <a:r>
              <a:rPr lang="en-US" dirty="0"/>
              <a:t>// Single parameter, multiple statements </a:t>
            </a:r>
          </a:p>
          <a:p>
            <a:r>
              <a:rPr lang="en-US" dirty="0" err="1"/>
              <a:t>var</a:t>
            </a:r>
            <a:r>
              <a:rPr lang="en-US" dirty="0"/>
              <a:t> test = age =&gt; </a:t>
            </a:r>
          </a:p>
          <a:p>
            <a:r>
              <a:rPr lang="en-US" dirty="0"/>
              <a:t>{ </a:t>
            </a:r>
          </a:p>
          <a:p>
            <a:r>
              <a:rPr lang="en-US" dirty="0"/>
              <a:t>               if(age &gt; 18) </a:t>
            </a:r>
          </a:p>
          <a:p>
            <a:r>
              <a:rPr lang="en-US" dirty="0"/>
              <a:t>               { </a:t>
            </a:r>
          </a:p>
          <a:p>
            <a:r>
              <a:rPr lang="en-US" dirty="0"/>
              <a:t>	alert("Adult"); } else { alert("Teenager"); </a:t>
            </a:r>
          </a:p>
          <a:p>
            <a:r>
              <a:rPr lang="en-US" dirty="0"/>
              <a:t>              }</a:t>
            </a:r>
          </a:p>
          <a:p>
            <a:r>
              <a:rPr lang="en-US" dirty="0"/>
              <a:t> }</a:t>
            </a:r>
          </a:p>
          <a:p>
            <a:endParaRPr lang="en-US" dirty="0"/>
          </a:p>
          <a:p>
            <a:r>
              <a:rPr lang="en-US" dirty="0"/>
              <a:t> test(21); </a:t>
            </a:r>
          </a:p>
          <a:p>
            <a:endParaRPr lang="en-US" dirty="0"/>
          </a:p>
          <a:p>
            <a:r>
              <a:rPr lang="en-US" dirty="0"/>
              <a:t>// Adult // Multiple parameters, multiple statements </a:t>
            </a:r>
          </a:p>
          <a:p>
            <a:r>
              <a:rPr lang="en-US" dirty="0" err="1"/>
              <a:t>var</a:t>
            </a:r>
            <a:r>
              <a:rPr lang="en-US" dirty="0"/>
              <a:t> divide = (x, y) =&gt; { if(y != 0) { return x / y; } } alert(divide(10, 2)); // 5 </a:t>
            </a:r>
          </a:p>
          <a:p>
            <a:endParaRPr lang="en-US" dirty="0"/>
          </a:p>
          <a:p>
            <a:r>
              <a:rPr lang="en-US" dirty="0"/>
              <a:t>// No parameter, single statement </a:t>
            </a:r>
          </a:p>
          <a:p>
            <a:endParaRPr lang="en-US" dirty="0"/>
          </a:p>
          <a:p>
            <a:r>
              <a:rPr lang="en-US" dirty="0" err="1"/>
              <a:t>var</a:t>
            </a:r>
            <a:r>
              <a:rPr lang="en-US" dirty="0"/>
              <a:t> hello = () =&gt; alert('Hello World!'); hello(); // Hello World!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7" y="500042"/>
            <a:ext cx="7353155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42852"/>
            <a:ext cx="8501122" cy="642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14290"/>
            <a:ext cx="8358246" cy="642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158" y="571480"/>
            <a:ext cx="735811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 err="1"/>
              <a:t>Destructuring</a:t>
            </a:r>
            <a:r>
              <a:rPr lang="en-US" b="1" dirty="0"/>
              <a:t> Assignment</a:t>
            </a:r>
          </a:p>
          <a:p>
            <a:pPr fontAlgn="base"/>
            <a:endParaRPr lang="en-US" b="1" dirty="0"/>
          </a:p>
          <a:p>
            <a:pPr fontAlgn="base"/>
            <a:r>
              <a:rPr lang="en-US" dirty="0"/>
              <a:t>The </a:t>
            </a:r>
            <a:r>
              <a:rPr lang="en-US" dirty="0" err="1"/>
              <a:t>destructuring</a:t>
            </a:r>
            <a:r>
              <a:rPr lang="en-US" dirty="0"/>
              <a:t> assignment is an expression that makes it easy to extract values from arrays, or properties from objects, into distinct variables by providing a shorter syntax.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There are two kinds of </a:t>
            </a:r>
            <a:r>
              <a:rPr lang="en-US" dirty="0" err="1"/>
              <a:t>destructuring</a:t>
            </a:r>
            <a:r>
              <a:rPr lang="en-US" dirty="0"/>
              <a:t> assignment expressions—</a:t>
            </a:r>
          </a:p>
          <a:p>
            <a:pPr fontAlgn="base"/>
            <a:r>
              <a:rPr lang="en-US" dirty="0"/>
              <a:t>the </a:t>
            </a:r>
            <a:r>
              <a:rPr lang="en-US" i="1" dirty="0"/>
              <a:t>array</a:t>
            </a:r>
            <a:r>
              <a:rPr lang="en-US" dirty="0"/>
              <a:t> and </a:t>
            </a:r>
            <a:r>
              <a:rPr lang="en-US" i="1" dirty="0"/>
              <a:t>object</a:t>
            </a:r>
            <a:r>
              <a:rPr lang="en-US" dirty="0"/>
              <a:t> </a:t>
            </a:r>
            <a:r>
              <a:rPr lang="en-US" dirty="0" err="1"/>
              <a:t>destructuring</a:t>
            </a:r>
            <a:r>
              <a:rPr lang="en-US" dirty="0"/>
              <a:t> assignment.</a:t>
            </a:r>
          </a:p>
          <a:p>
            <a:pPr fontAlgn="base"/>
            <a:endParaRPr lang="en-IN" dirty="0"/>
          </a:p>
          <a:p>
            <a:pPr fontAlgn="base"/>
            <a:endParaRPr lang="en-IN" dirty="0"/>
          </a:p>
          <a:p>
            <a:pPr fontAlgn="base"/>
            <a:r>
              <a:rPr lang="en-US" b="1" dirty="0"/>
              <a:t>// ES5 syntax </a:t>
            </a:r>
          </a:p>
          <a:p>
            <a:pPr fontAlgn="base"/>
            <a:r>
              <a:rPr lang="en-US" dirty="0" err="1"/>
              <a:t>var</a:t>
            </a:r>
            <a:r>
              <a:rPr lang="en-US" dirty="0"/>
              <a:t> fruits = ["Apple", "Banana"]; </a:t>
            </a:r>
            <a:r>
              <a:rPr lang="en-US" dirty="0" err="1"/>
              <a:t>var</a:t>
            </a:r>
            <a:r>
              <a:rPr lang="en-US" dirty="0"/>
              <a:t> a = fruits[0]; </a:t>
            </a:r>
          </a:p>
          <a:p>
            <a:pPr fontAlgn="base"/>
            <a:endParaRPr lang="en-US" dirty="0"/>
          </a:p>
          <a:p>
            <a:pPr fontAlgn="base"/>
            <a:r>
              <a:rPr lang="en-US" dirty="0" err="1"/>
              <a:t>var</a:t>
            </a:r>
            <a:r>
              <a:rPr lang="en-US" dirty="0"/>
              <a:t> b = fruits[1]; </a:t>
            </a:r>
          </a:p>
          <a:p>
            <a:pPr fontAlgn="base"/>
            <a:r>
              <a:rPr lang="en-US" dirty="0"/>
              <a:t>alert(a); // Apple alert(b); // Banana</a:t>
            </a:r>
          </a:p>
          <a:p>
            <a:pPr fontAlgn="base"/>
            <a:endParaRPr lang="en-IN" dirty="0"/>
          </a:p>
          <a:p>
            <a:pPr fontAlgn="base"/>
            <a:r>
              <a:rPr lang="en-US" b="1" dirty="0"/>
              <a:t>// ES6 syntax </a:t>
            </a:r>
          </a:p>
          <a:p>
            <a:pPr fontAlgn="base"/>
            <a:r>
              <a:rPr lang="en-US" dirty="0"/>
              <a:t>let fruits = ["Apple", "Banana"]; </a:t>
            </a:r>
          </a:p>
          <a:p>
            <a:pPr fontAlgn="base"/>
            <a:r>
              <a:rPr lang="en-US" dirty="0"/>
              <a:t>let [a, b] = fruits; // Array </a:t>
            </a:r>
            <a:r>
              <a:rPr lang="en-US" dirty="0" err="1"/>
              <a:t>destructuring</a:t>
            </a:r>
            <a:r>
              <a:rPr lang="en-US" dirty="0"/>
              <a:t> assignment </a:t>
            </a:r>
          </a:p>
          <a:p>
            <a:pPr fontAlgn="base"/>
            <a:r>
              <a:rPr lang="en-US" dirty="0"/>
              <a:t>alert(a); // Apple </a:t>
            </a:r>
          </a:p>
          <a:p>
            <a:pPr fontAlgn="base"/>
            <a:r>
              <a:rPr lang="en-US" dirty="0"/>
              <a:t>alert(b); // Banana</a:t>
            </a:r>
            <a:endParaRPr lang="en-IN" dirty="0"/>
          </a:p>
          <a:p>
            <a:pPr fontAlgn="base"/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472" y="928670"/>
            <a:ext cx="707236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// ES6 syntax </a:t>
            </a:r>
          </a:p>
          <a:p>
            <a:endParaRPr lang="en-US" dirty="0"/>
          </a:p>
          <a:p>
            <a:r>
              <a:rPr lang="en-US" dirty="0"/>
              <a:t>let fruits = ["Apple", "Banana", "Mango"]; </a:t>
            </a:r>
          </a:p>
          <a:p>
            <a:endParaRPr lang="en-US" dirty="0"/>
          </a:p>
          <a:p>
            <a:r>
              <a:rPr lang="en-US" dirty="0"/>
              <a:t>let [a, ...r] = fruits; </a:t>
            </a:r>
          </a:p>
          <a:p>
            <a:r>
              <a:rPr lang="en-US" dirty="0"/>
              <a:t>alert(a); // Apple </a:t>
            </a:r>
          </a:p>
          <a:p>
            <a:endParaRPr lang="en-US" dirty="0"/>
          </a:p>
          <a:p>
            <a:r>
              <a:rPr lang="en-US" dirty="0"/>
              <a:t>alert(r); // </a:t>
            </a:r>
            <a:r>
              <a:rPr lang="en-US" dirty="0" err="1"/>
              <a:t>Banana,Mango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alert(</a:t>
            </a:r>
            <a:r>
              <a:rPr lang="en-US" dirty="0" err="1"/>
              <a:t>Array.isArray</a:t>
            </a:r>
            <a:r>
              <a:rPr lang="en-US" dirty="0"/>
              <a:t>(r)); // true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1472" y="197346"/>
            <a:ext cx="8429684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Before ES6:</a:t>
            </a:r>
          </a:p>
          <a:p>
            <a:endParaRPr lang="en-US" dirty="0"/>
          </a:p>
          <a:p>
            <a:r>
              <a:rPr lang="en-US" dirty="0"/>
              <a:t>// assigning object attributes to variables</a:t>
            </a:r>
          </a:p>
          <a:p>
            <a:r>
              <a:rPr lang="en-US" dirty="0"/>
              <a:t>const person = {</a:t>
            </a:r>
          </a:p>
          <a:p>
            <a:r>
              <a:rPr lang="en-US" dirty="0"/>
              <a:t>    name: 'Sara',</a:t>
            </a:r>
          </a:p>
          <a:p>
            <a:r>
              <a:rPr lang="en-US" dirty="0"/>
              <a:t>    age: 25,</a:t>
            </a:r>
          </a:p>
          <a:p>
            <a:r>
              <a:rPr lang="en-US" dirty="0"/>
              <a:t>    gender: 'female'   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let name = person.name;</a:t>
            </a:r>
          </a:p>
          <a:p>
            <a:r>
              <a:rPr lang="en-US" dirty="0"/>
              <a:t>let age = </a:t>
            </a:r>
            <a:r>
              <a:rPr lang="en-US" dirty="0" err="1"/>
              <a:t>person.age</a:t>
            </a:r>
            <a:r>
              <a:rPr lang="en-US" dirty="0"/>
              <a:t>;</a:t>
            </a:r>
          </a:p>
          <a:p>
            <a:r>
              <a:rPr lang="en-US" dirty="0"/>
              <a:t>let gender = </a:t>
            </a:r>
            <a:r>
              <a:rPr lang="en-US" dirty="0" err="1"/>
              <a:t>person.gender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console.log(name); // Sara</a:t>
            </a:r>
          </a:p>
          <a:p>
            <a:r>
              <a:rPr lang="en-US" dirty="0"/>
              <a:t>console.log(age); // 25</a:t>
            </a:r>
          </a:p>
          <a:p>
            <a:r>
              <a:rPr lang="en-US" dirty="0"/>
              <a:t>console.log(gender); // female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34" y="1305342"/>
            <a:ext cx="707236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From ES6:</a:t>
            </a:r>
          </a:p>
          <a:p>
            <a:endParaRPr lang="en-US" dirty="0"/>
          </a:p>
          <a:p>
            <a:r>
              <a:rPr lang="en-US" dirty="0"/>
              <a:t>// assigning object attributes to variables</a:t>
            </a:r>
          </a:p>
          <a:p>
            <a:r>
              <a:rPr lang="en-US" dirty="0"/>
              <a:t>const person = {</a:t>
            </a:r>
          </a:p>
          <a:p>
            <a:r>
              <a:rPr lang="en-US" dirty="0"/>
              <a:t>    name: 'Sara',</a:t>
            </a:r>
          </a:p>
          <a:p>
            <a:r>
              <a:rPr lang="en-US" dirty="0"/>
              <a:t>    age: 25,</a:t>
            </a:r>
          </a:p>
          <a:p>
            <a:r>
              <a:rPr lang="en-US" dirty="0"/>
              <a:t>    gender: 'female'   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err="1"/>
              <a:t>destructuring</a:t>
            </a:r>
            <a:r>
              <a:rPr lang="en-US" dirty="0"/>
              <a:t> assignment</a:t>
            </a:r>
          </a:p>
          <a:p>
            <a:r>
              <a:rPr lang="en-US" dirty="0"/>
              <a:t>let { name, age, gender } = person;</a:t>
            </a:r>
          </a:p>
          <a:p>
            <a:endParaRPr lang="en-US" dirty="0"/>
          </a:p>
          <a:p>
            <a:r>
              <a:rPr lang="en-US" dirty="0"/>
              <a:t>console.log(name); // Sara</a:t>
            </a:r>
          </a:p>
          <a:p>
            <a:r>
              <a:rPr lang="en-US" dirty="0"/>
              <a:t>console.log(age); // 25</a:t>
            </a:r>
          </a:p>
          <a:p>
            <a:r>
              <a:rPr lang="en-US" dirty="0"/>
              <a:t>console.log(gender); // female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472" y="500042"/>
            <a:ext cx="1871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JavaScript Classes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85720" y="2136339"/>
            <a:ext cx="835824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Classes are one of the features introduced in the </a:t>
            </a:r>
            <a:r>
              <a:rPr lang="en-US" b="1" dirty="0"/>
              <a:t>ES6</a:t>
            </a:r>
            <a:r>
              <a:rPr lang="en-US" dirty="0"/>
              <a:t> version of JavaScript.</a:t>
            </a:r>
          </a:p>
          <a:p>
            <a:endParaRPr lang="en-US" dirty="0"/>
          </a:p>
          <a:p>
            <a:r>
              <a:rPr lang="en-US" dirty="0"/>
              <a:t>A class is a blueprint for the object. You can create an object from the class.</a:t>
            </a:r>
          </a:p>
          <a:p>
            <a:endParaRPr lang="en-US" dirty="0"/>
          </a:p>
          <a:p>
            <a:r>
              <a:rPr lang="en-US" dirty="0"/>
              <a:t>You can think of the class as a sketch (prototype) of a house. </a:t>
            </a:r>
          </a:p>
          <a:p>
            <a:endParaRPr lang="en-US" dirty="0"/>
          </a:p>
          <a:p>
            <a:r>
              <a:rPr lang="en-US" dirty="0"/>
              <a:t>It contains all the details about the floors, doors, windows, etc. </a:t>
            </a:r>
          </a:p>
          <a:p>
            <a:endParaRPr lang="en-US" dirty="0"/>
          </a:p>
          <a:p>
            <a:r>
              <a:rPr lang="en-US" dirty="0"/>
              <a:t>Based on these descriptions, you build the house. House is the object.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642918"/>
            <a:ext cx="750099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// constructor function</a:t>
            </a:r>
          </a:p>
          <a:p>
            <a:r>
              <a:rPr lang="en-US" dirty="0"/>
              <a:t>function Person () {</a:t>
            </a:r>
          </a:p>
          <a:p>
            <a:r>
              <a:rPr lang="en-US" dirty="0"/>
              <a:t>    this.name = 'John',</a:t>
            </a:r>
          </a:p>
          <a:p>
            <a:r>
              <a:rPr lang="en-US" dirty="0"/>
              <a:t>    </a:t>
            </a:r>
            <a:r>
              <a:rPr lang="en-US" dirty="0" err="1"/>
              <a:t>this.age</a:t>
            </a:r>
            <a:r>
              <a:rPr lang="en-US" dirty="0"/>
              <a:t> = 23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b="1" dirty="0"/>
              <a:t>// create an object</a:t>
            </a:r>
          </a:p>
          <a:p>
            <a:r>
              <a:rPr lang="en-US" dirty="0"/>
              <a:t>const person1 = new Person();</a:t>
            </a:r>
          </a:p>
          <a:p>
            <a:endParaRPr lang="en-US" dirty="0"/>
          </a:p>
          <a:p>
            <a:r>
              <a:rPr lang="en-US" b="1" dirty="0"/>
              <a:t>// creating a class</a:t>
            </a:r>
          </a:p>
          <a:p>
            <a:r>
              <a:rPr lang="en-US" dirty="0"/>
              <a:t>class Person {</a:t>
            </a:r>
          </a:p>
          <a:p>
            <a:r>
              <a:rPr lang="en-US" dirty="0"/>
              <a:t>  constructor(name) {</a:t>
            </a:r>
          </a:p>
          <a:p>
            <a:r>
              <a:rPr lang="en-US" dirty="0"/>
              <a:t>    this.name = name;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714744" y="1571612"/>
            <a:ext cx="4572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// creating a class</a:t>
            </a:r>
          </a:p>
          <a:p>
            <a:r>
              <a:rPr lang="en-US" dirty="0"/>
              <a:t>class Person {</a:t>
            </a:r>
          </a:p>
          <a:p>
            <a:r>
              <a:rPr lang="en-US" dirty="0"/>
              <a:t>  constructor(name) {</a:t>
            </a:r>
          </a:p>
          <a:p>
            <a:r>
              <a:rPr lang="en-US" dirty="0"/>
              <a:t>    this.name = name;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b="1" dirty="0"/>
              <a:t>// creating an object</a:t>
            </a:r>
          </a:p>
          <a:p>
            <a:r>
              <a:rPr lang="en-US" dirty="0"/>
              <a:t>const person1 = new Person('John');</a:t>
            </a:r>
          </a:p>
          <a:p>
            <a:r>
              <a:rPr lang="en-US" dirty="0"/>
              <a:t>const person2 = new Person('Jack');</a:t>
            </a:r>
          </a:p>
          <a:p>
            <a:endParaRPr lang="en-US" dirty="0"/>
          </a:p>
          <a:p>
            <a:r>
              <a:rPr lang="en-US" dirty="0"/>
              <a:t>console.log(person1.name); // John</a:t>
            </a:r>
          </a:p>
          <a:p>
            <a:r>
              <a:rPr lang="en-US" dirty="0"/>
              <a:t>console.log(person2.name); // Jack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10" y="889844"/>
            <a:ext cx="621509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class Person {</a:t>
            </a:r>
          </a:p>
          <a:p>
            <a:r>
              <a:rPr lang="en-US" dirty="0"/>
              <a:t>    constructor(name) {</a:t>
            </a:r>
          </a:p>
          <a:p>
            <a:r>
              <a:rPr lang="en-US" dirty="0"/>
              <a:t>    this.name = name;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  // defining method</a:t>
            </a:r>
          </a:p>
          <a:p>
            <a:r>
              <a:rPr lang="en-US" dirty="0"/>
              <a:t>    greet() {</a:t>
            </a:r>
          </a:p>
          <a:p>
            <a:r>
              <a:rPr lang="en-US" dirty="0"/>
              <a:t>        console.log(`Hello ${this.name}`);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let person1 = new Person('John');</a:t>
            </a:r>
          </a:p>
          <a:p>
            <a:endParaRPr lang="en-US" dirty="0"/>
          </a:p>
          <a:p>
            <a:r>
              <a:rPr lang="en-US" dirty="0"/>
              <a:t>// accessing property</a:t>
            </a:r>
          </a:p>
          <a:p>
            <a:r>
              <a:rPr lang="en-US" dirty="0"/>
              <a:t>console.log(person1.name); // John</a:t>
            </a:r>
          </a:p>
          <a:p>
            <a:endParaRPr lang="en-US" dirty="0"/>
          </a:p>
          <a:p>
            <a:r>
              <a:rPr lang="en-US" dirty="0"/>
              <a:t>// accessing method</a:t>
            </a:r>
          </a:p>
          <a:p>
            <a:r>
              <a:rPr lang="en-US" dirty="0"/>
              <a:t>person1.greet(); // Hello John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42852"/>
            <a:ext cx="8643998" cy="6715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53"/>
            <a:ext cx="8143932" cy="6715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1588</Words>
  <Application>Microsoft Office PowerPoint</Application>
  <PresentationFormat>On-screen Show (4:3)</PresentationFormat>
  <Paragraphs>259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charan teja</cp:lastModifiedBy>
  <cp:revision>21</cp:revision>
  <dcterms:created xsi:type="dcterms:W3CDTF">2023-05-24T10:30:33Z</dcterms:created>
  <dcterms:modified xsi:type="dcterms:W3CDTF">2025-07-05T08:07:18Z</dcterms:modified>
</cp:coreProperties>
</file>