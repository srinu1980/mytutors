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0AED-B8A5-46AF-87A2-DAFB194C9C2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B7752-91E0-428C-A07D-35FB8F8203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0AED-B8A5-46AF-87A2-DAFB194C9C2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B7752-91E0-428C-A07D-35FB8F8203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0AED-B8A5-46AF-87A2-DAFB194C9C2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B7752-91E0-428C-A07D-35FB8F8203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0AED-B8A5-46AF-87A2-DAFB194C9C2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B7752-91E0-428C-A07D-35FB8F8203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0AED-B8A5-46AF-87A2-DAFB194C9C2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B7752-91E0-428C-A07D-35FB8F8203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0AED-B8A5-46AF-87A2-DAFB194C9C2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B7752-91E0-428C-A07D-35FB8F8203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0AED-B8A5-46AF-87A2-DAFB194C9C2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B7752-91E0-428C-A07D-35FB8F8203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0AED-B8A5-46AF-87A2-DAFB194C9C2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B7752-91E0-428C-A07D-35FB8F8203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0AED-B8A5-46AF-87A2-DAFB194C9C2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B7752-91E0-428C-A07D-35FB8F8203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0AED-B8A5-46AF-87A2-DAFB194C9C2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B7752-91E0-428C-A07D-35FB8F8203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0AED-B8A5-46AF-87A2-DAFB194C9C2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B7752-91E0-428C-A07D-35FB8F8203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A0AED-B8A5-46AF-87A2-DAFB194C9C2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B7752-91E0-428C-A07D-35FB8F8203F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20" y="357166"/>
            <a:ext cx="828680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Spring Security</a:t>
            </a:r>
          </a:p>
          <a:p>
            <a:endParaRPr lang="en-US" sz="2800" b="1" dirty="0"/>
          </a:p>
          <a:p>
            <a:r>
              <a:rPr lang="en-US" sz="2800" dirty="0"/>
              <a:t>Spring security is a </a:t>
            </a:r>
            <a:r>
              <a:rPr lang="en-US" sz="2800" dirty="0" err="1"/>
              <a:t>farmwork</a:t>
            </a:r>
            <a:r>
              <a:rPr lang="en-US" sz="2800" dirty="0"/>
              <a:t> that provides authentication, authorization and protection against common attacks like CSRF.</a:t>
            </a:r>
          </a:p>
          <a:p>
            <a:endParaRPr lang="en-US" sz="2800" dirty="0"/>
          </a:p>
          <a:p>
            <a:r>
              <a:rPr lang="en-US" sz="2800" b="1" dirty="0"/>
              <a:t>Authentication </a:t>
            </a:r>
            <a:r>
              <a:rPr lang="en-US" sz="2800" dirty="0"/>
              <a:t>— It is the process of verifying the identity of a user or entity.</a:t>
            </a:r>
          </a:p>
          <a:p>
            <a:endParaRPr lang="en-US" sz="2800" b="1" dirty="0"/>
          </a:p>
          <a:p>
            <a:r>
              <a:rPr lang="en-US" sz="2800" b="1" dirty="0"/>
              <a:t>Authorization </a:t>
            </a:r>
            <a:r>
              <a:rPr lang="en-US" sz="2800" dirty="0"/>
              <a:t>— It is the process of determine what actions or </a:t>
            </a:r>
            <a:r>
              <a:rPr lang="en-US" sz="2800" dirty="0" err="1"/>
              <a:t>resourses</a:t>
            </a:r>
            <a:r>
              <a:rPr lang="en-US" sz="2800" dirty="0"/>
              <a:t> a user or system is permitted to access after they have been successfully authenticated.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5388" y="1200150"/>
            <a:ext cx="6753225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285860"/>
            <a:ext cx="871296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Basic Authentication and Authorization.</a:t>
            </a:r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dirty="0"/>
              <a:t>Before moving to basic authentication, we need to see the default authentication mechanism of Spring Security. When you add a spring-security dependency by default, spring security provides a default security mechanism.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10" y="857232"/>
            <a:ext cx="850109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First, comment on your JPA and </a:t>
            </a:r>
            <a:r>
              <a:rPr lang="en-US" sz="3600"/>
              <a:t>MySql </a:t>
            </a:r>
            <a:r>
              <a:rPr lang="en-US" sz="3600" dirty="0"/>
              <a:t>driver dependencies in your </a:t>
            </a:r>
            <a:r>
              <a:rPr lang="en-US" sz="3600" b="1" dirty="0"/>
              <a:t>pom.xml</a:t>
            </a:r>
            <a:r>
              <a:rPr lang="en-US" sz="3600" dirty="0"/>
              <a:t> file. Otherwise, you cannot start your application. </a:t>
            </a:r>
          </a:p>
          <a:p>
            <a:endParaRPr lang="en-US" sz="3600" dirty="0"/>
          </a:p>
          <a:p>
            <a:r>
              <a:rPr lang="en-US" sz="3600" dirty="0"/>
              <a:t>We don’t need those dependencies now.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1071538" y="343509"/>
            <a:ext cx="5929322" cy="6514491"/>
          </a:xfrm>
          <a:prstGeom prst="rect">
            <a:avLst/>
          </a:prstGeom>
          <a:solidFill>
            <a:srgbClr val="F9F9F9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355488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43820"/>
                </a:solidFill>
                <a:effectLst/>
                <a:latin typeface="source-code-pro"/>
                <a:cs typeface="Arial" pitchFamily="34" charset="0"/>
              </a:rPr>
              <a:t>@RestController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43820"/>
                </a:solidFill>
                <a:effectLst/>
                <a:latin typeface="source-code-pro"/>
                <a:cs typeface="Arial" pitchFamily="34" charset="0"/>
              </a:rPr>
              <a:t>@RequestMapping("api/employees")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source-code-pro"/>
                <a:cs typeface="Arial" pitchFamily="34" charset="0"/>
              </a:rPr>
              <a:t>public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source-code-pro"/>
                <a:cs typeface="Arial" pitchFamily="34" charset="0"/>
              </a:rPr>
              <a:t>class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EmployeeController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 {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43820"/>
                </a:solidFill>
                <a:effectLst/>
                <a:latin typeface="source-code-pro"/>
                <a:cs typeface="Arial" pitchFamily="34" charset="0"/>
              </a:rPr>
              <a:t>@GetMapping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source-code-pro"/>
                <a:cs typeface="Arial" pitchFamily="34" charset="0"/>
              </a:rPr>
              <a:t>public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 String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getAllEmployees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5C2699"/>
                </a:solidFill>
                <a:effectLst/>
                <a:latin typeface="source-code-pro"/>
                <a:cs typeface="Arial" pitchFamily="34" charset="0"/>
              </a:rPr>
              <a:t>()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{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source-code-pro"/>
                <a:cs typeface="Arial" pitchFamily="34" charset="0"/>
              </a:rPr>
              <a:t>return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source-code-pro"/>
                <a:cs typeface="Arial" pitchFamily="34" charset="0"/>
              </a:rPr>
              <a:t>"You Received All Employees List"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;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}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43820"/>
                </a:solidFill>
                <a:effectLst/>
                <a:latin typeface="source-code-pro"/>
                <a:cs typeface="Arial" pitchFamily="34" charset="0"/>
              </a:rPr>
              <a:t>@PostMapping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source-code-pro"/>
                <a:cs typeface="Arial" pitchFamily="34" charset="0"/>
              </a:rPr>
              <a:t>public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 String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saveEmployees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5C2699"/>
                </a:solidFill>
                <a:effectLst/>
                <a:latin typeface="source-code-pro"/>
                <a:cs typeface="Arial" pitchFamily="34" charset="0"/>
              </a:rPr>
              <a:t>()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{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source-code-pro"/>
                <a:cs typeface="Arial" pitchFamily="34" charset="0"/>
              </a:rPr>
              <a:t>return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source-code-pro"/>
                <a:cs typeface="Arial" pitchFamily="34" charset="0"/>
              </a:rPr>
              <a:t>"You saved a Employee"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;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}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43820"/>
                </a:solidFill>
                <a:effectLst/>
                <a:latin typeface="source-code-pro"/>
                <a:cs typeface="Arial" pitchFamily="34" charset="0"/>
              </a:rPr>
              <a:t>@PutMapping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source-code-pro"/>
                <a:cs typeface="Arial" pitchFamily="34" charset="0"/>
              </a:rPr>
              <a:t>public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 String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updateEmployees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5C2699"/>
                </a:solidFill>
                <a:effectLst/>
                <a:latin typeface="source-code-pro"/>
                <a:cs typeface="Arial" pitchFamily="34" charset="0"/>
              </a:rPr>
              <a:t>()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{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AA0D91"/>
                </a:solidFill>
                <a:effectLst/>
                <a:latin typeface="source-code-pro"/>
                <a:cs typeface="Arial" pitchFamily="34" charset="0"/>
              </a:rPr>
              <a:t>return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source-code-pro"/>
                <a:cs typeface="Arial" pitchFamily="34" charset="0"/>
              </a:rPr>
              <a:t>"You updated a Employee"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;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}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}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158" y="2967335"/>
            <a:ext cx="83582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Let’s do basic authentication.</a:t>
            </a:r>
          </a:p>
          <a:p>
            <a:endParaRPr lang="en-US" b="1" dirty="0"/>
          </a:p>
          <a:p>
            <a:r>
              <a:rPr lang="en-US" b="1" dirty="0"/>
              <a:t>1 — Add SecurityConfig.java class in your </a:t>
            </a:r>
            <a:r>
              <a:rPr lang="en-US" b="1" dirty="0" err="1"/>
              <a:t>Config</a:t>
            </a:r>
            <a:r>
              <a:rPr lang="en-US" b="1" dirty="0"/>
              <a:t> 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-2711142"/>
            <a:ext cx="8929718" cy="11449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@Configuration</a:t>
            </a: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EnableWebSecurity</a:t>
            </a: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EnableMethodSecurity</a:t>
            </a:r>
            <a:br>
              <a:rPr lang="en-US" dirty="0"/>
            </a:br>
            <a:r>
              <a:rPr lang="en-US" dirty="0"/>
              <a:t>public class </a:t>
            </a:r>
            <a:r>
              <a:rPr lang="en-US" dirty="0" err="1"/>
              <a:t>SecurityConfig</a:t>
            </a:r>
            <a:r>
              <a:rPr lang="en-US" dirty="0"/>
              <a:t> {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@Bean</a:t>
            </a:r>
            <a:br>
              <a:rPr lang="en-US" dirty="0"/>
            </a:br>
            <a:r>
              <a:rPr lang="en-US" dirty="0"/>
              <a:t>public </a:t>
            </a:r>
            <a:r>
              <a:rPr lang="en-US" dirty="0" err="1"/>
              <a:t>PasswordEncoder</a:t>
            </a:r>
            <a:r>
              <a:rPr lang="en-US" dirty="0"/>
              <a:t> </a:t>
            </a:r>
            <a:r>
              <a:rPr lang="en-US" dirty="0" err="1"/>
              <a:t>passwordEncoder</a:t>
            </a:r>
            <a:r>
              <a:rPr lang="en-US" dirty="0"/>
              <a:t>(){</a:t>
            </a:r>
            <a:br>
              <a:rPr lang="en-US" dirty="0"/>
            </a:br>
            <a:r>
              <a:rPr lang="en-US" dirty="0"/>
              <a:t>return new </a:t>
            </a:r>
            <a:r>
              <a:rPr lang="en-US" dirty="0" err="1"/>
              <a:t>BCryptPasswordEncoder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@Bean</a:t>
            </a:r>
            <a:br>
              <a:rPr lang="en-US" dirty="0"/>
            </a:br>
            <a:r>
              <a:rPr lang="en-US" dirty="0"/>
              <a:t>public </a:t>
            </a:r>
            <a:r>
              <a:rPr lang="en-US" dirty="0" err="1"/>
              <a:t>SecurityFilterChain</a:t>
            </a:r>
            <a:r>
              <a:rPr lang="en-US" dirty="0"/>
              <a:t> </a:t>
            </a:r>
            <a:r>
              <a:rPr lang="en-US" dirty="0" err="1"/>
              <a:t>securityFilterChain</a:t>
            </a:r>
            <a:r>
              <a:rPr lang="en-US" dirty="0"/>
              <a:t>(</a:t>
            </a:r>
            <a:r>
              <a:rPr lang="en-US" dirty="0" err="1"/>
              <a:t>HttpSecurity</a:t>
            </a:r>
            <a:r>
              <a:rPr lang="en-US" dirty="0"/>
              <a:t> http) throws Exception{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http.csrf</a:t>
            </a:r>
            <a:r>
              <a:rPr lang="en-US" dirty="0"/>
              <a:t>().disable()</a:t>
            </a:r>
            <a:br>
              <a:rPr lang="en-US" dirty="0"/>
            </a:br>
            <a:r>
              <a:rPr lang="en-US" dirty="0"/>
              <a:t>.</a:t>
            </a:r>
            <a:r>
              <a:rPr lang="en-US" dirty="0" err="1"/>
              <a:t>authorizeHttpRequests</a:t>
            </a:r>
            <a:r>
              <a:rPr lang="en-US" dirty="0"/>
              <a:t>((authorize)-&gt;{</a:t>
            </a:r>
            <a:br>
              <a:rPr lang="en-US" dirty="0"/>
            </a:br>
            <a:r>
              <a:rPr lang="en-US" dirty="0" err="1"/>
              <a:t>authorize.requestMatchers</a:t>
            </a:r>
            <a:r>
              <a:rPr lang="en-US" dirty="0"/>
              <a:t>("</a:t>
            </a:r>
            <a:r>
              <a:rPr lang="en-US" dirty="0" err="1"/>
              <a:t>api</a:t>
            </a:r>
            <a:r>
              <a:rPr lang="en-US" dirty="0"/>
              <a:t>/v1/**").</a:t>
            </a:r>
            <a:r>
              <a:rPr lang="en-US" dirty="0" err="1"/>
              <a:t>permitAll</a:t>
            </a:r>
            <a:r>
              <a:rPr lang="en-US" dirty="0"/>
              <a:t>();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authorize.anyRequest</a:t>
            </a:r>
            <a:r>
              <a:rPr lang="en-US" dirty="0"/>
              <a:t>().authenticated();</a:t>
            </a:r>
            <a:br>
              <a:rPr lang="en-US" dirty="0"/>
            </a:br>
            <a:r>
              <a:rPr lang="en-US" dirty="0"/>
              <a:t>}).</a:t>
            </a:r>
            <a:r>
              <a:rPr lang="en-US" dirty="0" err="1"/>
              <a:t>httpBasic</a:t>
            </a:r>
            <a:r>
              <a:rPr lang="en-US" dirty="0"/>
              <a:t>(</a:t>
            </a:r>
            <a:r>
              <a:rPr lang="en-US" dirty="0" err="1"/>
              <a:t>Customizer.withDefaults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return </a:t>
            </a:r>
            <a:r>
              <a:rPr lang="en-US" dirty="0" err="1"/>
              <a:t>http.build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@Bean</a:t>
            </a:r>
            <a:br>
              <a:rPr lang="en-US" dirty="0"/>
            </a:br>
            <a:r>
              <a:rPr lang="en-US" dirty="0"/>
              <a:t>public </a:t>
            </a:r>
            <a:r>
              <a:rPr lang="en-US" dirty="0" err="1"/>
              <a:t>UserDetailsService</a:t>
            </a:r>
            <a:r>
              <a:rPr lang="en-US" dirty="0"/>
              <a:t> </a:t>
            </a:r>
            <a:r>
              <a:rPr lang="en-US" dirty="0" err="1"/>
              <a:t>userDetailsService</a:t>
            </a:r>
            <a:r>
              <a:rPr lang="en-US" dirty="0"/>
              <a:t>(){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UserDetails</a:t>
            </a:r>
            <a:r>
              <a:rPr lang="en-US" dirty="0"/>
              <a:t> john = </a:t>
            </a:r>
            <a:r>
              <a:rPr lang="en-US" dirty="0" err="1"/>
              <a:t>User.builder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.username("john")</a:t>
            </a:r>
            <a:br>
              <a:rPr lang="en-US" dirty="0"/>
            </a:br>
            <a:r>
              <a:rPr lang="en-US" dirty="0"/>
              <a:t>.password(</a:t>
            </a:r>
            <a:r>
              <a:rPr lang="en-US" dirty="0" err="1"/>
              <a:t>passwordEncoder</a:t>
            </a:r>
            <a:r>
              <a:rPr lang="en-US" dirty="0"/>
              <a:t>().encode("john"))</a:t>
            </a:r>
            <a:br>
              <a:rPr lang="en-US" dirty="0"/>
            </a:br>
            <a:r>
              <a:rPr lang="en-US" dirty="0"/>
              <a:t>.roles("USER")</a:t>
            </a:r>
            <a:br>
              <a:rPr lang="en-US" dirty="0"/>
            </a:br>
            <a:r>
              <a:rPr lang="en-US" dirty="0"/>
              <a:t>.build();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UserDetails</a:t>
            </a:r>
            <a:r>
              <a:rPr lang="en-US" dirty="0"/>
              <a:t> </a:t>
            </a:r>
            <a:r>
              <a:rPr lang="en-US" dirty="0" err="1"/>
              <a:t>sam</a:t>
            </a:r>
            <a:r>
              <a:rPr lang="en-US" dirty="0"/>
              <a:t> = </a:t>
            </a:r>
            <a:r>
              <a:rPr lang="en-US" dirty="0" err="1"/>
              <a:t>User.builder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.username("</a:t>
            </a:r>
            <a:r>
              <a:rPr lang="en-US" dirty="0" err="1"/>
              <a:t>sam</a:t>
            </a:r>
            <a:r>
              <a:rPr lang="en-US" dirty="0"/>
              <a:t>")</a:t>
            </a:r>
            <a:br>
              <a:rPr lang="en-US" dirty="0"/>
            </a:br>
            <a:r>
              <a:rPr lang="en-US" dirty="0"/>
              <a:t>.password(</a:t>
            </a:r>
            <a:r>
              <a:rPr lang="en-US" dirty="0" err="1"/>
              <a:t>passwordEncoder</a:t>
            </a:r>
            <a:r>
              <a:rPr lang="en-US" dirty="0"/>
              <a:t>().encode("</a:t>
            </a:r>
            <a:r>
              <a:rPr lang="en-US" dirty="0" err="1"/>
              <a:t>sam</a:t>
            </a:r>
            <a:r>
              <a:rPr lang="en-US" dirty="0"/>
              <a:t>"))</a:t>
            </a:r>
            <a:br>
              <a:rPr lang="en-US" dirty="0"/>
            </a:br>
            <a:r>
              <a:rPr lang="en-US" dirty="0"/>
              <a:t>.roles("ADMIN")</a:t>
            </a:r>
            <a:br>
              <a:rPr lang="en-US" dirty="0"/>
            </a:br>
            <a:r>
              <a:rPr lang="en-US" dirty="0"/>
              <a:t>.build();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return new </a:t>
            </a:r>
            <a:r>
              <a:rPr lang="en-US" dirty="0" err="1"/>
              <a:t>InMemoryUserDetailsManager</a:t>
            </a:r>
            <a:r>
              <a:rPr lang="en-US" dirty="0"/>
              <a:t>(</a:t>
            </a:r>
            <a:r>
              <a:rPr lang="en-US" dirty="0" err="1"/>
              <a:t>john,sam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03325"/>
            <a:ext cx="9286908" cy="445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57298"/>
            <a:ext cx="864399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PasswordEncoder</a:t>
            </a:r>
            <a:r>
              <a:rPr lang="en-US" b="1" dirty="0"/>
              <a:t> </a:t>
            </a:r>
            <a:r>
              <a:rPr lang="en-US" dirty="0"/>
              <a:t>interface is used to encode the password and store it securely. The </a:t>
            </a:r>
            <a:r>
              <a:rPr lang="en-US" b="1" dirty="0" err="1"/>
              <a:t>BCryptPasswordEncoder</a:t>
            </a:r>
            <a:r>
              <a:rPr lang="en-US" b="1" dirty="0"/>
              <a:t> </a:t>
            </a:r>
            <a:r>
              <a:rPr lang="en-US" dirty="0"/>
              <a:t>class implementation uses the </a:t>
            </a:r>
            <a:r>
              <a:rPr lang="en-US" i="1" dirty="0" err="1"/>
              <a:t>bcrypt</a:t>
            </a:r>
            <a:r>
              <a:rPr lang="en-US" i="1" dirty="0"/>
              <a:t> algorithm</a:t>
            </a:r>
            <a:r>
              <a:rPr lang="en-US" dirty="0"/>
              <a:t> to hash the passwords.</a:t>
            </a:r>
          </a:p>
          <a:p>
            <a:r>
              <a:rPr lang="en-US" b="1" dirty="0" err="1"/>
              <a:t>SecurityFilterChain</a:t>
            </a:r>
            <a:r>
              <a:rPr lang="en-US" b="1" dirty="0"/>
              <a:t> </a:t>
            </a:r>
            <a:r>
              <a:rPr lang="en-US" dirty="0"/>
              <a:t>is a class provided by Spring Security. It is responsible for handling the security aspect of receiving HTTP requests.</a:t>
            </a:r>
          </a:p>
          <a:p>
            <a:r>
              <a:rPr lang="en-US" b="1" dirty="0" err="1"/>
              <a:t>csrf</a:t>
            </a:r>
            <a:r>
              <a:rPr lang="en-US" b="1" dirty="0"/>
              <a:t> </a:t>
            </a:r>
            <a:r>
              <a:rPr lang="en-US" dirty="0"/>
              <a:t>(Cross-Site Request Forgery) is a security feature that prevents malicious websites from performing actions on behalf of authenticated users.</a:t>
            </a:r>
          </a:p>
          <a:p>
            <a:r>
              <a:rPr lang="en-US" b="1" dirty="0" err="1"/>
              <a:t>authorizeHttpRequests</a:t>
            </a:r>
            <a:r>
              <a:rPr lang="en-US" b="1" dirty="0"/>
              <a:t> </a:t>
            </a:r>
            <a:r>
              <a:rPr lang="en-US" dirty="0"/>
              <a:t>specify authorization rules.</a:t>
            </a:r>
          </a:p>
          <a:p>
            <a:r>
              <a:rPr lang="en-US" dirty="0"/>
              <a:t>here, we used http basic ( </a:t>
            </a:r>
            <a:r>
              <a:rPr lang="en-US" b="1" dirty="0" err="1"/>
              <a:t>httpBasic</a:t>
            </a:r>
            <a:r>
              <a:rPr lang="en-US" b="1" dirty="0"/>
              <a:t>()</a:t>
            </a:r>
            <a:r>
              <a:rPr lang="en-US" dirty="0"/>
              <a:t>). </a:t>
            </a:r>
            <a:r>
              <a:rPr lang="en-US" i="1" dirty="0"/>
              <a:t>(Also, you can use Form Based Authentication. Then you need to add </a:t>
            </a:r>
            <a:r>
              <a:rPr lang="en-US" i="1" dirty="0" err="1"/>
              <a:t>formLogin</a:t>
            </a:r>
            <a:r>
              <a:rPr lang="en-US" i="1" dirty="0"/>
              <a:t>( ) instead </a:t>
            </a:r>
            <a:r>
              <a:rPr lang="en-US" i="1" dirty="0" err="1"/>
              <a:t>httpBasic</a:t>
            </a:r>
            <a:r>
              <a:rPr lang="en-US" i="1" dirty="0"/>
              <a:t>( ))</a:t>
            </a:r>
            <a:endParaRPr lang="en-US" dirty="0"/>
          </a:p>
          <a:p>
            <a:r>
              <a:rPr lang="en-US" b="1" dirty="0" err="1"/>
              <a:t>UserDetailsService</a:t>
            </a:r>
            <a:r>
              <a:rPr lang="en-US" b="1" dirty="0"/>
              <a:t> </a:t>
            </a:r>
            <a:r>
              <a:rPr lang="en-US" dirty="0"/>
              <a:t>interface is used to retrieve user-related data during the authentication process.</a:t>
            </a:r>
          </a:p>
          <a:p>
            <a:r>
              <a:rPr lang="en-US" b="1" dirty="0" err="1"/>
              <a:t>InMemoryUserDetailsManager</a:t>
            </a:r>
            <a:r>
              <a:rPr lang="en-US" b="1" dirty="0"/>
              <a:t> </a:t>
            </a:r>
            <a:r>
              <a:rPr lang="en-US" dirty="0"/>
              <a:t>is an implementation of the </a:t>
            </a:r>
            <a:r>
              <a:rPr lang="en-US" b="1" dirty="0" err="1"/>
              <a:t>userDetailsService</a:t>
            </a:r>
            <a:r>
              <a:rPr lang="en-US" b="1" dirty="0"/>
              <a:t> </a:t>
            </a:r>
            <a:r>
              <a:rPr lang="en-US" dirty="0"/>
              <a:t>interface. It is used when you want to store user details in memory, typically for testing or similar applications where a full database isn’t necessary.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928670"/>
            <a:ext cx="84296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 — Then you need to add some annotations to the EmployeeController.java class.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20" y="58847"/>
            <a:ext cx="857256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RestController</a:t>
            </a: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RequestMapping</a:t>
            </a:r>
            <a:r>
              <a:rPr lang="en-US" dirty="0"/>
              <a:t>("</a:t>
            </a:r>
            <a:r>
              <a:rPr lang="en-US" dirty="0" err="1"/>
              <a:t>api</a:t>
            </a:r>
            <a:r>
              <a:rPr lang="en-US" dirty="0"/>
              <a:t>/v1/employees")</a:t>
            </a:r>
            <a:br>
              <a:rPr lang="en-US" dirty="0"/>
            </a:br>
            <a:r>
              <a:rPr lang="en-US" dirty="0"/>
              <a:t>public class </a:t>
            </a:r>
            <a:r>
              <a:rPr lang="en-US" dirty="0" err="1"/>
              <a:t>EmployeeController</a:t>
            </a:r>
            <a:r>
              <a:rPr lang="en-US" dirty="0"/>
              <a:t> {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GetMapping</a:t>
            </a: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PreAuthorize</a:t>
            </a:r>
            <a:r>
              <a:rPr lang="en-US" dirty="0"/>
              <a:t>("</a:t>
            </a:r>
            <a:r>
              <a:rPr lang="en-US" dirty="0" err="1"/>
              <a:t>hasRole</a:t>
            </a:r>
            <a:r>
              <a:rPr lang="en-US" dirty="0"/>
              <a:t>('ROLE_USER') or </a:t>
            </a:r>
            <a:r>
              <a:rPr lang="en-US" dirty="0" err="1"/>
              <a:t>hasRole</a:t>
            </a:r>
            <a:r>
              <a:rPr lang="en-US" dirty="0"/>
              <a:t>('ROLE_ADMIN')")</a:t>
            </a:r>
            <a:br>
              <a:rPr lang="en-US" dirty="0"/>
            </a:br>
            <a:r>
              <a:rPr lang="en-US" dirty="0"/>
              <a:t>public String </a:t>
            </a:r>
            <a:r>
              <a:rPr lang="en-US" dirty="0" err="1"/>
              <a:t>getAllEmployees</a:t>
            </a:r>
            <a:r>
              <a:rPr lang="en-US" dirty="0"/>
              <a:t>(){</a:t>
            </a:r>
            <a:br>
              <a:rPr lang="en-US" dirty="0"/>
            </a:br>
            <a:r>
              <a:rPr lang="en-US" dirty="0"/>
              <a:t>return "You Received All Employees List";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PostMapping</a:t>
            </a: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PreAuthorize</a:t>
            </a:r>
            <a:r>
              <a:rPr lang="en-US" dirty="0"/>
              <a:t>("</a:t>
            </a:r>
            <a:r>
              <a:rPr lang="en-US" dirty="0" err="1"/>
              <a:t>hasRole</a:t>
            </a:r>
            <a:r>
              <a:rPr lang="en-US" dirty="0"/>
              <a:t>('ROLE_ADMIN')")</a:t>
            </a:r>
            <a:br>
              <a:rPr lang="en-US" dirty="0"/>
            </a:br>
            <a:r>
              <a:rPr lang="en-US" dirty="0"/>
              <a:t>public String </a:t>
            </a:r>
            <a:r>
              <a:rPr lang="en-US" dirty="0" err="1"/>
              <a:t>saveEmployees</a:t>
            </a:r>
            <a:r>
              <a:rPr lang="en-US" dirty="0"/>
              <a:t>(){</a:t>
            </a:r>
            <a:br>
              <a:rPr lang="en-US" dirty="0"/>
            </a:br>
            <a:r>
              <a:rPr lang="en-US" dirty="0"/>
              <a:t>return "You saved a Employee";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PutMapping</a:t>
            </a: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PreAuthorize</a:t>
            </a:r>
            <a:r>
              <a:rPr lang="en-US" dirty="0"/>
              <a:t>("</a:t>
            </a:r>
            <a:r>
              <a:rPr lang="en-US" dirty="0" err="1"/>
              <a:t>hasRole</a:t>
            </a:r>
            <a:r>
              <a:rPr lang="en-US" dirty="0"/>
              <a:t>('ROLE_ADMIN')")</a:t>
            </a:r>
            <a:br>
              <a:rPr lang="en-US" dirty="0"/>
            </a:br>
            <a:r>
              <a:rPr lang="en-US" dirty="0"/>
              <a:t>public String </a:t>
            </a:r>
            <a:r>
              <a:rPr lang="en-US" dirty="0" err="1"/>
              <a:t>updateEmployees</a:t>
            </a:r>
            <a:r>
              <a:rPr lang="en-US" dirty="0"/>
              <a:t>(){</a:t>
            </a:r>
            <a:br>
              <a:rPr lang="en-US" dirty="0"/>
            </a:br>
            <a:r>
              <a:rPr lang="en-US" dirty="0"/>
              <a:t>return "You updated a Employee";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700</Words>
  <Application>Microsoft Office PowerPoint</Application>
  <PresentationFormat>On-screen Show (4:3)</PresentationFormat>
  <Paragraphs>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source-code-pro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charan teja</cp:lastModifiedBy>
  <cp:revision>6</cp:revision>
  <dcterms:created xsi:type="dcterms:W3CDTF">2025-07-07T14:53:56Z</dcterms:created>
  <dcterms:modified xsi:type="dcterms:W3CDTF">2025-08-22T05:30:05Z</dcterms:modified>
</cp:coreProperties>
</file>