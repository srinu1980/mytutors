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4" r:id="rId14"/>
    <p:sldId id="275" r:id="rId15"/>
    <p:sldId id="276" r:id="rId16"/>
    <p:sldId id="277" r:id="rId17"/>
    <p:sldId id="278" r:id="rId18"/>
    <p:sldId id="279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CE53E-ADCD-4AF7-91E4-1D3F71AB7426}" type="datetimeFigureOut">
              <a:rPr lang="en-US" smtClean="0"/>
              <a:pPr/>
              <a:t>2/1/2022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12F0C-9966-420D-B523-B483EB301E6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CE53E-ADCD-4AF7-91E4-1D3F71AB7426}" type="datetimeFigureOut">
              <a:rPr lang="en-US" smtClean="0"/>
              <a:pPr/>
              <a:t>2/1/2022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12F0C-9966-420D-B523-B483EB301E6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CE53E-ADCD-4AF7-91E4-1D3F71AB7426}" type="datetimeFigureOut">
              <a:rPr lang="en-US" smtClean="0"/>
              <a:pPr/>
              <a:t>2/1/2022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12F0C-9966-420D-B523-B483EB301E6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CE53E-ADCD-4AF7-91E4-1D3F71AB7426}" type="datetimeFigureOut">
              <a:rPr lang="en-US" smtClean="0"/>
              <a:pPr/>
              <a:t>2/1/2022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12F0C-9966-420D-B523-B483EB301E6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CE53E-ADCD-4AF7-91E4-1D3F71AB7426}" type="datetimeFigureOut">
              <a:rPr lang="en-US" smtClean="0"/>
              <a:pPr/>
              <a:t>2/1/2022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12F0C-9966-420D-B523-B483EB301E6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CE53E-ADCD-4AF7-91E4-1D3F71AB7426}" type="datetimeFigureOut">
              <a:rPr lang="en-US" smtClean="0"/>
              <a:pPr/>
              <a:t>2/1/2022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12F0C-9966-420D-B523-B483EB301E6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CE53E-ADCD-4AF7-91E4-1D3F71AB7426}" type="datetimeFigureOut">
              <a:rPr lang="en-US" smtClean="0"/>
              <a:pPr/>
              <a:t>2/1/2022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12F0C-9966-420D-B523-B483EB301E6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CE53E-ADCD-4AF7-91E4-1D3F71AB7426}" type="datetimeFigureOut">
              <a:rPr lang="en-US" smtClean="0"/>
              <a:pPr/>
              <a:t>2/1/2022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12F0C-9966-420D-B523-B483EB301E6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CE53E-ADCD-4AF7-91E4-1D3F71AB7426}" type="datetimeFigureOut">
              <a:rPr lang="en-US" smtClean="0"/>
              <a:pPr/>
              <a:t>2/1/2022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12F0C-9966-420D-B523-B483EB301E6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CE53E-ADCD-4AF7-91E4-1D3F71AB7426}" type="datetimeFigureOut">
              <a:rPr lang="en-US" smtClean="0"/>
              <a:pPr/>
              <a:t>2/1/2022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12F0C-9966-420D-B523-B483EB301E6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CE53E-ADCD-4AF7-91E4-1D3F71AB7426}" type="datetimeFigureOut">
              <a:rPr lang="en-US" smtClean="0"/>
              <a:pPr/>
              <a:t>2/1/2022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12F0C-9966-420D-B523-B483EB301E6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3CE53E-ADCD-4AF7-91E4-1D3F71AB7426}" type="datetimeFigureOut">
              <a:rPr lang="en-US" smtClean="0"/>
              <a:pPr/>
              <a:t>2/1/2022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E12F0C-9966-420D-B523-B483EB301E6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762000"/>
            <a:ext cx="8991600" cy="4260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" y="838200"/>
            <a:ext cx="8915400" cy="402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8300" y="838200"/>
            <a:ext cx="8407400" cy="461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76200" y="914400"/>
            <a:ext cx="9296400" cy="5333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62000"/>
            <a:ext cx="91440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04800"/>
            <a:ext cx="9144000" cy="640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49275"/>
            <a:ext cx="9144000" cy="5759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70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81000"/>
            <a:ext cx="9144000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81000"/>
            <a:ext cx="9144000" cy="577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0</Words>
  <Application>Microsoft Office PowerPoint</Application>
  <PresentationFormat>On-screen Show (4:3)</PresentationFormat>
  <Paragraphs>0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srinivasa rao</dc:creator>
  <cp:lastModifiedBy>srinivasa rao</cp:lastModifiedBy>
  <cp:revision>5</cp:revision>
  <dcterms:created xsi:type="dcterms:W3CDTF">2022-01-23T15:47:43Z</dcterms:created>
  <dcterms:modified xsi:type="dcterms:W3CDTF">2022-02-01T04:59:56Z</dcterms:modified>
</cp:coreProperties>
</file>