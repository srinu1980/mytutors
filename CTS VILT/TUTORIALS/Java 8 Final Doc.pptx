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3" r:id="rId3"/>
    <p:sldId id="257" r:id="rId4"/>
    <p:sldId id="260" r:id="rId5"/>
    <p:sldId id="264" r:id="rId6"/>
    <p:sldId id="294" r:id="rId7"/>
    <p:sldId id="263" r:id="rId8"/>
    <p:sldId id="268" r:id="rId9"/>
    <p:sldId id="290" r:id="rId10"/>
    <p:sldId id="270" r:id="rId11"/>
    <p:sldId id="276" r:id="rId12"/>
    <p:sldId id="275" r:id="rId13"/>
    <p:sldId id="277" r:id="rId14"/>
    <p:sldId id="279" r:id="rId15"/>
    <p:sldId id="280" r:id="rId16"/>
    <p:sldId id="281" r:id="rId17"/>
    <p:sldId id="283" r:id="rId18"/>
    <p:sldId id="28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23F76A0-9AAC-49B2-B5B6-AF86F3136FD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eginnersbook.com/2017/10/java-lambda-expressions-tutorial-with-example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836712"/>
            <a:ext cx="7272808" cy="72008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1916832"/>
            <a:ext cx="8712968" cy="372196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                    </a:t>
            </a:r>
          </a:p>
          <a:p>
            <a:r>
              <a:rPr lang="en-IN" sz="2800" dirty="0">
                <a:solidFill>
                  <a:schemeClr val="tx1"/>
                </a:solidFill>
              </a:rPr>
              <a:t>                           </a:t>
            </a:r>
            <a:r>
              <a:rPr lang="en-US" sz="2800" dirty="0"/>
              <a:t>Java 8 Features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81309"/>
            <a:ext cx="8772556" cy="4847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00298" y="260648"/>
            <a:ext cx="6104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Features of Java 8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28670"/>
            <a:ext cx="8457872" cy="465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-24"/>
            <a:ext cx="41665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>
                <a:solidFill>
                  <a:srgbClr val="FF0000"/>
                </a:solidFill>
              </a:rPr>
              <a:t>Lambda Expressions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6672"/>
            <a:ext cx="925252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dirty="0"/>
              <a:t> lambda expression is an anonymous function.</a:t>
            </a:r>
          </a:p>
          <a:p>
            <a:r>
              <a:rPr lang="en-US" sz="2000" dirty="0"/>
              <a:t> A function that doesn’t have a name and doesn’t belong to any class. </a:t>
            </a:r>
          </a:p>
          <a:p>
            <a:endParaRPr lang="en-US" sz="2000" dirty="0"/>
          </a:p>
          <a:p>
            <a:r>
              <a:rPr lang="en-US" sz="2000" b="1" dirty="0"/>
              <a:t>Java Lambda Expression Syntax</a:t>
            </a:r>
          </a:p>
          <a:p>
            <a:endParaRPr lang="en-US" sz="2000" dirty="0"/>
          </a:p>
          <a:p>
            <a:r>
              <a:rPr lang="en-US" sz="2000" dirty="0"/>
              <a:t>To create a lambda expression, we specify input parameters on the left side of the </a:t>
            </a:r>
            <a:r>
              <a:rPr lang="en-US" sz="2000" b="1" dirty="0"/>
              <a:t>lambda operator -&gt;</a:t>
            </a:r>
            <a:r>
              <a:rPr lang="en-US" sz="2000" dirty="0"/>
              <a:t>, and place the </a:t>
            </a:r>
            <a:r>
              <a:rPr lang="en-US" sz="2000" b="1" dirty="0"/>
              <a:t>expression or block of statements </a:t>
            </a:r>
            <a:r>
              <a:rPr lang="en-US" sz="2000" dirty="0"/>
              <a:t>on the right side of lambda operator. </a:t>
            </a:r>
          </a:p>
          <a:p>
            <a:endParaRPr lang="en-US" sz="2000" dirty="0"/>
          </a:p>
          <a:p>
            <a:r>
              <a:rPr lang="en-US" sz="2000" b="1" dirty="0"/>
              <a:t>The basic </a:t>
            </a:r>
            <a:r>
              <a:rPr lang="en-US" sz="2000" b="1" i="1" dirty="0"/>
              <a:t>syntax of a lambda expression</a:t>
            </a:r>
            <a:r>
              <a:rPr lang="en-US" sz="2000" b="1" dirty="0"/>
              <a:t> is:</a:t>
            </a:r>
          </a:p>
          <a:p>
            <a:endParaRPr lang="en-US" sz="2000" dirty="0"/>
          </a:p>
          <a:p>
            <a:pPr fontAlgn="base"/>
            <a:r>
              <a:rPr lang="en-US" sz="2000" dirty="0"/>
              <a:t>either</a:t>
            </a:r>
          </a:p>
          <a:p>
            <a:pPr fontAlgn="base"/>
            <a:r>
              <a:rPr lang="en-US" sz="2000" dirty="0"/>
              <a:t>          (parameters) -&gt; expression</a:t>
            </a:r>
          </a:p>
          <a:p>
            <a:pPr fontAlgn="base"/>
            <a:r>
              <a:rPr lang="en-US" sz="2000" dirty="0"/>
              <a:t>or</a:t>
            </a:r>
          </a:p>
          <a:p>
            <a:pPr fontAlgn="base"/>
            <a:r>
              <a:rPr lang="en-US" sz="2000" dirty="0"/>
              <a:t>         (parameters) -&gt; { statements; }</a:t>
            </a:r>
          </a:p>
          <a:p>
            <a:pPr fontAlgn="base"/>
            <a:r>
              <a:rPr lang="en-US" sz="2000" dirty="0"/>
              <a:t>or </a:t>
            </a:r>
          </a:p>
          <a:p>
            <a:pPr fontAlgn="base"/>
            <a:r>
              <a:rPr lang="en-US" sz="2000" dirty="0"/>
              <a:t>         () -&gt; expression</a:t>
            </a:r>
          </a:p>
          <a:p>
            <a:br>
              <a:rPr lang="en-US" sz="2000" dirty="0"/>
            </a:b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797" y="1000108"/>
            <a:ext cx="9077203" cy="4791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997839"/>
            <a:ext cx="81439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Advantages of Lambda Expressions</a:t>
            </a:r>
          </a:p>
          <a:p>
            <a:r>
              <a:rPr lang="en-US" b="1" dirty="0"/>
              <a:t>Less Boilerplate Code</a:t>
            </a:r>
            <a:r>
              <a:rPr lang="en-US" dirty="0"/>
              <a:t>: Reduces the verbosity of anonymous classes.</a:t>
            </a:r>
          </a:p>
          <a:p>
            <a:r>
              <a:rPr lang="en-US" b="1" dirty="0"/>
              <a:t>Improved Readability</a:t>
            </a:r>
            <a:r>
              <a:rPr lang="en-US" dirty="0"/>
              <a:t>: Code becomes cleaner and easier to understand.</a:t>
            </a:r>
          </a:p>
          <a:p>
            <a:r>
              <a:rPr lang="en-US" b="1" dirty="0"/>
              <a:t>Supports Functional Programming</a:t>
            </a:r>
            <a:r>
              <a:rPr lang="en-US" dirty="0"/>
              <a:t>: Facilitates declarative and functional styles of coding.</a:t>
            </a:r>
          </a:p>
          <a:p>
            <a:r>
              <a:rPr lang="en-US" b="1" dirty="0"/>
              <a:t>Enhanced API Usage</a:t>
            </a:r>
            <a:r>
              <a:rPr lang="en-US" dirty="0"/>
              <a:t>: Works seamlessly with the Streams API.</a:t>
            </a:r>
          </a:p>
        </p:txBody>
      </p:sp>
      <p:sp>
        <p:nvSpPr>
          <p:cNvPr id="3" name="Rectangle 2"/>
          <p:cNvSpPr/>
          <p:nvPr/>
        </p:nvSpPr>
        <p:spPr>
          <a:xfrm>
            <a:off x="357158" y="4429132"/>
            <a:ext cx="7929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https://medium.com/@ucgorai/java-8-features-that-every-programmer-must-know-39e73a1daafb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290"/>
            <a:ext cx="9144000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Method References </a:t>
            </a:r>
          </a:p>
          <a:p>
            <a:endParaRPr lang="en-IN" sz="2000" b="1" dirty="0"/>
          </a:p>
          <a:p>
            <a:r>
              <a:rPr lang="en-US" sz="2000" dirty="0"/>
              <a:t>Method reference is a </a:t>
            </a:r>
            <a:r>
              <a:rPr lang="en-US" sz="2000" b="1" dirty="0"/>
              <a:t>shorthand notation </a:t>
            </a:r>
            <a:r>
              <a:rPr lang="en-US" sz="2000" dirty="0"/>
              <a:t>of a lambda expression to call a method. </a:t>
            </a:r>
          </a:p>
          <a:p>
            <a:endParaRPr lang="en-US" sz="2000" dirty="0"/>
          </a:p>
          <a:p>
            <a:r>
              <a:rPr lang="en-US" sz="2000" dirty="0"/>
              <a:t>If your lambda expression is like this:</a:t>
            </a:r>
          </a:p>
          <a:p>
            <a:r>
              <a:rPr lang="en-US" sz="2000" dirty="0" err="1"/>
              <a:t>str</a:t>
            </a:r>
            <a:r>
              <a:rPr lang="en-US" sz="2000" dirty="0"/>
              <a:t> -&gt; 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str</a:t>
            </a:r>
            <a:r>
              <a:rPr lang="en-US" sz="2000" dirty="0"/>
              <a:t>)  </a:t>
            </a:r>
          </a:p>
          <a:p>
            <a:endParaRPr lang="en-US" sz="2000" dirty="0"/>
          </a:p>
          <a:p>
            <a:r>
              <a:rPr lang="en-US" sz="2000" dirty="0"/>
              <a:t> then you can replace it with a method reference like this:</a:t>
            </a:r>
          </a:p>
          <a:p>
            <a:endParaRPr lang="en-US" sz="2000" dirty="0"/>
          </a:p>
          <a:p>
            <a:r>
              <a:rPr lang="en-US" sz="2000" dirty="0" err="1"/>
              <a:t>System.out</a:t>
            </a:r>
            <a:r>
              <a:rPr lang="en-US" sz="2000" dirty="0"/>
              <a:t>::</a:t>
            </a:r>
            <a:r>
              <a:rPr lang="en-US" sz="2000" dirty="0" err="1"/>
              <a:t>println</a:t>
            </a:r>
            <a:r>
              <a:rPr lang="en-US" sz="2000" dirty="0"/>
              <a:t>    </a:t>
            </a:r>
          </a:p>
          <a:p>
            <a:endParaRPr lang="en-US" sz="2000" dirty="0"/>
          </a:p>
          <a:p>
            <a:r>
              <a:rPr lang="en-US" sz="2000" dirty="0"/>
              <a:t>The :: operator is used in method reference to separate the class or object from the method name</a:t>
            </a:r>
          </a:p>
          <a:p>
            <a:endParaRPr lang="en-IN" sz="2000" b="1" dirty="0"/>
          </a:p>
          <a:p>
            <a:r>
              <a:rPr lang="en-US" sz="2000" b="1" dirty="0"/>
              <a:t>Four types of method references</a:t>
            </a:r>
          </a:p>
          <a:p>
            <a:endParaRPr lang="en-US" sz="2000" b="1" dirty="0"/>
          </a:p>
          <a:p>
            <a:r>
              <a:rPr lang="en-US" sz="2000" dirty="0"/>
              <a:t>1. Method reference to an instance method of an object </a:t>
            </a:r>
            <a:r>
              <a:rPr lang="en-US" sz="2000" b="1" dirty="0"/>
              <a:t>– object::</a:t>
            </a:r>
            <a:r>
              <a:rPr lang="en-US" sz="2000" b="1" dirty="0" err="1"/>
              <a:t>instanceMethod</a:t>
            </a:r>
            <a:br>
              <a:rPr lang="en-US" sz="2000" dirty="0"/>
            </a:br>
            <a:r>
              <a:rPr lang="en-US" sz="2000" dirty="0"/>
              <a:t>2. Method reference to a static method of a class </a:t>
            </a:r>
            <a:r>
              <a:rPr lang="en-US" sz="2000" b="1" dirty="0"/>
              <a:t>– Class::</a:t>
            </a:r>
            <a:r>
              <a:rPr lang="en-US" sz="2000" b="1" dirty="0" err="1"/>
              <a:t>staticMethod</a:t>
            </a:r>
            <a:br>
              <a:rPr lang="en-US" sz="2000" dirty="0"/>
            </a:br>
            <a:r>
              <a:rPr lang="en-US" sz="2000" dirty="0"/>
              <a:t>3. Method reference to an instance method of an arbitrary object of a particular type – </a:t>
            </a:r>
            <a:r>
              <a:rPr lang="en-US" sz="2000" b="1" dirty="0"/>
              <a:t>Class::</a:t>
            </a:r>
            <a:r>
              <a:rPr lang="en-US" sz="2000" b="1" dirty="0" err="1"/>
              <a:t>instanceMethod</a:t>
            </a:r>
            <a:br>
              <a:rPr lang="en-US" sz="2000" dirty="0"/>
            </a:br>
            <a:r>
              <a:rPr lang="en-US" sz="2000" dirty="0"/>
              <a:t>4. Method reference to a constructor </a:t>
            </a:r>
            <a:r>
              <a:rPr lang="en-US" sz="2000" b="1" dirty="0"/>
              <a:t>– Class::new</a:t>
            </a:r>
          </a:p>
          <a:p>
            <a:endParaRPr lang="en-US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214290"/>
            <a:ext cx="3471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Java Functional Interfaces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0108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 interface with </a:t>
            </a:r>
            <a:r>
              <a:rPr lang="en-US" sz="2000" b="1" dirty="0"/>
              <a:t>only single abstract method</a:t>
            </a:r>
            <a:r>
              <a:rPr lang="en-US" sz="2000" dirty="0"/>
              <a:t> is called functional interface. </a:t>
            </a:r>
          </a:p>
          <a:p>
            <a:r>
              <a:rPr lang="en-US" sz="2000" dirty="0"/>
              <a:t>You can either use the </a:t>
            </a:r>
            <a:r>
              <a:rPr lang="en-US" sz="2000" b="1" dirty="0"/>
              <a:t>predefined functional interface </a:t>
            </a:r>
            <a:r>
              <a:rPr lang="en-US" sz="2000" dirty="0"/>
              <a:t>provided by Java or create </a:t>
            </a:r>
            <a:r>
              <a:rPr lang="en-US" sz="2000" b="1" dirty="0"/>
              <a:t>your own functional interface </a:t>
            </a:r>
            <a:r>
              <a:rPr lang="en-US" sz="2000" dirty="0"/>
              <a:t>and use it.</a:t>
            </a:r>
          </a:p>
          <a:p>
            <a:endParaRPr lang="en-IN" sz="2000" dirty="0"/>
          </a:p>
          <a:p>
            <a:r>
              <a:rPr lang="en-US" sz="2000" dirty="0"/>
              <a:t>To use </a:t>
            </a:r>
            <a:r>
              <a:rPr lang="en-US" sz="2000" b="1" dirty="0">
                <a:hlinkClick r:id="rId2"/>
              </a:rPr>
              <a:t>lambda expression in Java</a:t>
            </a:r>
            <a:r>
              <a:rPr lang="en-US" sz="2000" dirty="0"/>
              <a:t>, you need to either create your own functional interface or use the pre defined functional interface provided by Java. </a:t>
            </a:r>
          </a:p>
          <a:p>
            <a:endParaRPr lang="en-US" sz="2000" dirty="0"/>
          </a:p>
          <a:p>
            <a:r>
              <a:rPr lang="en-US" sz="2000" dirty="0"/>
              <a:t>While creating your own functional interface, mark it  with   </a:t>
            </a:r>
            <a:r>
              <a:rPr lang="en-US" sz="2000" b="1" dirty="0"/>
              <a:t>@</a:t>
            </a:r>
            <a:r>
              <a:rPr lang="en-US" sz="2000" b="1" dirty="0" err="1"/>
              <a:t>FunctionalInterface</a:t>
            </a:r>
            <a:r>
              <a:rPr lang="en-US" sz="2000" dirty="0"/>
              <a:t> annotation.</a:t>
            </a:r>
          </a:p>
          <a:p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What are the rules of defining a functional interface?</a:t>
            </a:r>
          </a:p>
          <a:p>
            <a:endParaRPr lang="en-US" sz="2000" dirty="0"/>
          </a:p>
          <a:p>
            <a:r>
              <a:rPr lang="en-US" sz="2000" dirty="0"/>
              <a:t>The functional interface should have </a:t>
            </a:r>
            <a:r>
              <a:rPr lang="en-US" sz="2000" b="1" dirty="0"/>
              <a:t>Only one</a:t>
            </a:r>
            <a:r>
              <a:rPr lang="en-US" sz="2000" dirty="0"/>
              <a:t> abstract method. Along with the one abstract method, they can have any number of default and static methods.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075" y="1139825"/>
            <a:ext cx="8959850" cy="457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142852"/>
            <a:ext cx="885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Interface Changes – default method and static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80728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 In </a:t>
            </a:r>
            <a:r>
              <a:rPr lang="en-US" sz="2400" b="1" dirty="0"/>
              <a:t>interface in java </a:t>
            </a:r>
            <a:r>
              <a:rPr lang="en-US" sz="2400" dirty="0"/>
              <a:t>can only have abstract methods. </a:t>
            </a:r>
          </a:p>
          <a:p>
            <a:r>
              <a:rPr lang="en-US" sz="2400" dirty="0"/>
              <a:t>All the methods of interfaces are public &amp; abstract by default. </a:t>
            </a:r>
          </a:p>
          <a:p>
            <a:r>
              <a:rPr lang="en-US" sz="2400" dirty="0"/>
              <a:t>Java 8 allows the interfaces to have </a:t>
            </a:r>
            <a:r>
              <a:rPr lang="en-US" sz="2400" b="1" dirty="0"/>
              <a:t>default</a:t>
            </a:r>
            <a:r>
              <a:rPr lang="en-US" sz="2400" dirty="0"/>
              <a:t> and </a:t>
            </a:r>
            <a:r>
              <a:rPr lang="en-US" sz="2400" b="1" dirty="0"/>
              <a:t>static</a:t>
            </a:r>
            <a:r>
              <a:rPr lang="en-US" sz="2400" dirty="0"/>
              <a:t> methods. </a:t>
            </a:r>
          </a:p>
          <a:p>
            <a:r>
              <a:rPr lang="en-US" sz="2400" dirty="0"/>
              <a:t>The reason we have default methods in interfaces is to allow the developers to add new methods to the interfaces without affecting the classes that implements these interfaces.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b="1" dirty="0"/>
              <a:t>Static methods</a:t>
            </a:r>
            <a:r>
              <a:rPr lang="en-US" sz="2400" dirty="0"/>
              <a:t> in interfaces are similar to the default methods </a:t>
            </a:r>
            <a:r>
              <a:rPr lang="en-US" sz="2400" b="1" dirty="0"/>
              <a:t>except that we cannot override these methods </a:t>
            </a:r>
            <a:r>
              <a:rPr lang="en-US" sz="2400" dirty="0"/>
              <a:t>in the classes that implements these interfaces.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9001156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is Stream</a:t>
            </a:r>
          </a:p>
          <a:p>
            <a:endParaRPr lang="en-US" sz="2400" dirty="0"/>
          </a:p>
          <a:p>
            <a:r>
              <a:rPr lang="en-US" sz="2400" dirty="0"/>
              <a:t>Stream represents a sequence of elements from a source, which supports aggregate operations. 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Source</a:t>
            </a:r>
            <a:r>
              <a:rPr lang="en-US" sz="2400" dirty="0"/>
              <a:t> − Stream takes Collections, Arrays, or I/O resources as input source.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Aggregate operations</a:t>
            </a:r>
            <a:r>
              <a:rPr lang="en-US" sz="2400" dirty="0"/>
              <a:t> − Stream supports aggregate operations like filter, map, limit, reduce, find, match, and so on.</a:t>
            </a:r>
          </a:p>
          <a:p>
            <a:endParaRPr lang="en-US" sz="2400" b="1" dirty="0"/>
          </a:p>
          <a:p>
            <a:r>
              <a:rPr lang="en-US" sz="2400" b="1" dirty="0"/>
              <a:t>Pipelining</a:t>
            </a:r>
            <a:r>
              <a:rPr lang="en-US" sz="2400" dirty="0"/>
              <a:t> − Most of the stream operations return stream itself so that their result can be pipelined. These operations are called </a:t>
            </a:r>
            <a:r>
              <a:rPr lang="en-US" sz="2400" b="1" dirty="0">
                <a:solidFill>
                  <a:srgbClr val="FF0000"/>
                </a:solidFill>
              </a:rPr>
              <a:t>intermediate operations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and their function is to take input, process them, and return output to the target. </a:t>
            </a:r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terminal operation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which is normally present at the end of the pipelining operation to mark the end of the stream.</a:t>
            </a:r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04664"/>
            <a:ext cx="90364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How to work with Stream in Java</a:t>
            </a:r>
          </a:p>
          <a:p>
            <a:endParaRPr lang="en-US" sz="2000" b="1" dirty="0"/>
          </a:p>
          <a:p>
            <a:r>
              <a:rPr lang="en-US" sz="2000" dirty="0"/>
              <a:t>Stream can be explained in three stages: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1. Create a stream</a:t>
            </a:r>
          </a:p>
          <a:p>
            <a:endParaRPr lang="en-US" sz="2000" dirty="0"/>
          </a:p>
          <a:p>
            <a:r>
              <a:rPr lang="en-US" sz="2000" dirty="0"/>
              <a:t>2. Perform </a:t>
            </a:r>
            <a:r>
              <a:rPr lang="en-US" sz="2000" b="1" dirty="0"/>
              <a:t>intermediate operations</a:t>
            </a:r>
            <a:r>
              <a:rPr lang="en-US" sz="2000" dirty="0"/>
              <a:t> on the initial stream to transform it into another stream and so on further intermediate operations. </a:t>
            </a:r>
          </a:p>
          <a:p>
            <a:endParaRPr lang="en-US" sz="2000" dirty="0"/>
          </a:p>
          <a:p>
            <a:r>
              <a:rPr lang="en-US" sz="2000" dirty="0"/>
              <a:t>3. Perform </a:t>
            </a:r>
            <a:r>
              <a:rPr lang="en-US" sz="2000" b="1" dirty="0"/>
              <a:t>terminal operation</a:t>
            </a:r>
            <a:r>
              <a:rPr lang="en-US" sz="2000" dirty="0"/>
              <a:t> on the final stream to get the result. </a:t>
            </a:r>
          </a:p>
          <a:p>
            <a:endParaRPr lang="en-US" sz="2000" dirty="0"/>
          </a:p>
          <a:p>
            <a:endParaRPr lang="en-US" sz="20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467544" y="477900"/>
            <a:ext cx="8064896" cy="5298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As source we can have collections, arrays, lines of a file, files in a directory or numeric ranges;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Intermediate operations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are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filter, map,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distict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or </a:t>
            </a:r>
            <a:r>
              <a:rPr kumimoji="0" lang="en-US" sz="2400" b="1" i="0" u="none" strike="noStrike" cap="none" normalizeH="0" dirty="0" err="1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flatMap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etc..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several intermediate operations can be concatenated.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Terminal operations are for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example 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forEach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, collect, reduce,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min max, etc…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Only one terminal operation is possible, if a terminal operation is executed the stream will be closed and cannot be used again.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052736"/>
            <a:ext cx="8496944" cy="3456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The filter()</a:t>
            </a:r>
            <a:r>
              <a:rPr lang="en-US" sz="3600" dirty="0"/>
              <a:t> is an intermediate operation that reads the data from a stream and returns a new stream after transforming the data based on the given condition. </a:t>
            </a:r>
          </a:p>
          <a:p>
            <a:endParaRPr lang="en-IN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57274"/>
            <a:ext cx="8786874" cy="5586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928662" y="142852"/>
            <a:ext cx="57864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Comparable </a:t>
            </a:r>
            <a:r>
              <a:rPr lang="en-US" sz="2400" b="1" dirty="0" err="1"/>
              <a:t>vs</a:t>
            </a:r>
            <a:r>
              <a:rPr lang="en-US" sz="2400" b="1" dirty="0"/>
              <a:t> Comparator in Java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889844"/>
            <a:ext cx="864399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Using Comparator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Unlike Comparable, Comparator is external to the element type we are comparing. It’s a separate class. We create multiple separate classes (that implement Comparator) to compare by different members.</a:t>
            </a:r>
            <a:br>
              <a:rPr lang="en-US" dirty="0"/>
            </a:b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Collections class has a second sort() method and it takes Comparator. The sort() method invokes the compare() to sort objects.</a:t>
            </a:r>
          </a:p>
          <a:p>
            <a:pPr fontAlgn="base"/>
            <a:endParaRPr lang="en-US" dirty="0"/>
          </a:p>
          <a:p>
            <a:pPr fontAlgn="base"/>
            <a:r>
              <a:rPr lang="en-IN" dirty="0"/>
              <a:t>	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786</TotalTime>
  <Words>878</Words>
  <Application>Microsoft Office PowerPoint</Application>
  <PresentationFormat>On-screen Show (4:3)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Schoolbook</vt:lpstr>
      <vt:lpstr>Tahoma</vt:lpstr>
      <vt:lpstr>Wingdings</vt:lpstr>
      <vt:lpstr>Wingdings 2</vt:lpstr>
      <vt:lpstr>Oriel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of Java 8</dc:title>
  <dc:creator>91924</dc:creator>
  <cp:lastModifiedBy>charan teja</cp:lastModifiedBy>
  <cp:revision>83</cp:revision>
  <dcterms:created xsi:type="dcterms:W3CDTF">2020-11-13T02:54:52Z</dcterms:created>
  <dcterms:modified xsi:type="dcterms:W3CDTF">2025-07-26T03:35:09Z</dcterms:modified>
</cp:coreProperties>
</file>