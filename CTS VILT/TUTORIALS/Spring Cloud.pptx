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5" r:id="rId6"/>
    <p:sldId id="260" r:id="rId7"/>
    <p:sldId id="261" r:id="rId8"/>
    <p:sldId id="296" r:id="rId9"/>
    <p:sldId id="297" r:id="rId10"/>
    <p:sldId id="298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D34FF-E066-4F89-9986-3F9761CC2F7B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E910-13BE-464A-9CBA-1786F5301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https://www.youtube.com/watch?v=-1XE__rrbjQ&amp;list=PLVz2XdJiJQxzrdrpglCv_nWIO5CDIqOVj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643042" y="4786322"/>
            <a:ext cx="5786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https://www.educba.com/what-is-spring-cloud/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457" y="500042"/>
            <a:ext cx="8801261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6025"/>
            <a:ext cx="91440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6725"/>
            <a:ext cx="932815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714356"/>
            <a:ext cx="9129219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725" y="606425"/>
            <a:ext cx="8464550" cy="564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71439"/>
            <a:ext cx="8858280" cy="67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150" y="15884"/>
            <a:ext cx="8845568" cy="6627826"/>
            <a:chOff x="84150" y="15884"/>
            <a:chExt cx="6273800" cy="5842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150" y="15884"/>
              <a:ext cx="6273800" cy="4699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1950" y="4714884"/>
              <a:ext cx="60960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89"/>
            <a:ext cx="6215106" cy="626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1500174"/>
            <a:ext cx="90297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95375"/>
            <a:ext cx="914400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5475"/>
            <a:ext cx="9238208" cy="5232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752475"/>
            <a:ext cx="90106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4225"/>
            <a:ext cx="9912350" cy="528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28725"/>
            <a:ext cx="1038225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14412" y="0"/>
            <a:ext cx="11118850" cy="639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7575"/>
            <a:ext cx="10788650" cy="502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7825"/>
            <a:ext cx="11144250" cy="610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85775"/>
            <a:ext cx="11169650" cy="588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8" y="728663"/>
            <a:ext cx="8924925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8" y="1957388"/>
            <a:ext cx="89249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11</Words>
  <Application>Microsoft Office PowerPoint</Application>
  <PresentationFormat>On-screen Show (4:3)</PresentationFormat>
  <Paragraphs>2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https://www.youtube.com/watch?v=-1XE__rrbjQ&amp;list=PLVz2XdJiJQxzrdrpglCv_nWIO5CDIqOVj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19</cp:revision>
  <dcterms:created xsi:type="dcterms:W3CDTF">2023-03-29T05:05:27Z</dcterms:created>
  <dcterms:modified xsi:type="dcterms:W3CDTF">2023-04-17T05:19:48Z</dcterms:modified>
</cp:coreProperties>
</file>