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81" r:id="rId4"/>
    <p:sldId id="282" r:id="rId5"/>
    <p:sldId id="278" r:id="rId6"/>
    <p:sldId id="279" r:id="rId7"/>
    <p:sldId id="280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-466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5870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6790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21476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85400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06345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01248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8410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95978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26900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74260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58085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948E9-2C75-4E24-8565-C898F229F46E}" type="datetimeFigureOut">
              <a:rPr lang="en-US" smtClean="0"/>
              <a:pPr/>
              <a:t>3/4/2023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7839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43916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747712"/>
            <a:ext cx="9839325" cy="53625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99031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2988" y="990600"/>
            <a:ext cx="10106025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3463" y="847725"/>
            <a:ext cx="10125075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2" y="714375"/>
            <a:ext cx="9439275" cy="54292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25721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609600"/>
            <a:ext cx="10506075" cy="5638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78950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647"/>
            <a:ext cx="12318697" cy="64109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67581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1195387"/>
            <a:ext cx="9763125" cy="44672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0880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433512"/>
            <a:ext cx="9715500" cy="39909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645612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1247775"/>
            <a:ext cx="9420225" cy="43624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7684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7" y="1243012"/>
            <a:ext cx="9077325" cy="43719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58320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62" y="1337363"/>
            <a:ext cx="9134475" cy="42005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16205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1052512"/>
            <a:ext cx="10077450" cy="47529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06273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62" y="1119187"/>
            <a:ext cx="8753475" cy="46196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40801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87" y="1147762"/>
            <a:ext cx="10029825" cy="45624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86562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1071562"/>
            <a:ext cx="8953500" cy="47148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95356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739596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Custom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Srinivas ILLA</dc:creator>
  <cp:lastModifiedBy>Windows User</cp:lastModifiedBy>
  <cp:revision>8</cp:revision>
  <dcterms:created xsi:type="dcterms:W3CDTF">2022-04-22T16:27:16Z</dcterms:created>
  <dcterms:modified xsi:type="dcterms:W3CDTF">2023-03-04T04:17:08Z</dcterms:modified>
</cp:coreProperties>
</file>