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301" r:id="rId20"/>
    <p:sldId id="302" r:id="rId21"/>
    <p:sldId id="303" r:id="rId22"/>
    <p:sldId id="277" r:id="rId23"/>
    <p:sldId id="278" r:id="rId24"/>
    <p:sldId id="279" r:id="rId25"/>
    <p:sldId id="280" r:id="rId26"/>
    <p:sldId id="29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304" r:id="rId39"/>
    <p:sldId id="305" r:id="rId40"/>
    <p:sldId id="306" r:id="rId41"/>
    <p:sldId id="293" r:id="rId42"/>
    <p:sldId id="295" r:id="rId43"/>
    <p:sldId id="296" r:id="rId44"/>
    <p:sldId id="297" r:id="rId45"/>
    <p:sldId id="298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8E434-ED76-45E6-919E-6F50FFCDC17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12776"/>
            <a:ext cx="7167737" cy="4299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704856" cy="4540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340768"/>
            <a:ext cx="72008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24744"/>
            <a:ext cx="612068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6880" y="1992630"/>
            <a:ext cx="5961464" cy="402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24744"/>
            <a:ext cx="5722620" cy="407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916832"/>
            <a:ext cx="6984776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124744"/>
            <a:ext cx="6465520" cy="39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96752"/>
            <a:ext cx="7200800" cy="430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000250"/>
            <a:ext cx="6385892" cy="3949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412776"/>
            <a:ext cx="6321504" cy="3380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0690" y="2362200"/>
            <a:ext cx="5722620" cy="2939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749742" cy="375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12776"/>
            <a:ext cx="626469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980728"/>
            <a:ext cx="482453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548680"/>
            <a:ext cx="5400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80728"/>
            <a:ext cx="662473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792DF-6489-A9B0-623F-59EBAF6DF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28" y="833075"/>
            <a:ext cx="533474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07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A249A-D326-14AF-71BC-706FCDE1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74" y="947391"/>
            <a:ext cx="6639852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78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A5A55-7A34-3E5F-4410-29E0BB06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5" y="1785708"/>
            <a:ext cx="672558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44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60444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8600" y="1701800"/>
            <a:ext cx="61468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704850"/>
            <a:ext cx="80010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88" y="1104900"/>
            <a:ext cx="69056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47606"/>
            <a:ext cx="9144000" cy="715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22852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Autowiring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modes: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no: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Default, no auto wiring, set it manually via “ref” attribute as we have done in dependency injection via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settor</a:t>
            </a:r>
            <a:r>
              <a:rPr lang="en-IN" dirty="0">
                <a:latin typeface="Arial" pitchFamily="34" charset="0"/>
                <a:cs typeface="Arial" pitchFamily="34" charset="0"/>
              </a:rPr>
              <a:t> method post.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byName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>
                <a:latin typeface="Arial" pitchFamily="34" charset="0"/>
                <a:cs typeface="Arial" pitchFamily="34" charset="0"/>
              </a:rPr>
              <a:t> by property name. Spring container looks at the properties of the beans on which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byName</a:t>
            </a:r>
            <a:r>
              <a:rPr lang="en-IN" dirty="0">
                <a:latin typeface="Arial" pitchFamily="34" charset="0"/>
                <a:cs typeface="Arial" pitchFamily="34" charset="0"/>
              </a:rPr>
              <a:t> in the XML configuration file and it tries to match it with name of bean in xml configuration file.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>
                <a:latin typeface="Arial" pitchFamily="34" charset="0"/>
                <a:cs typeface="Arial" pitchFamily="34" charset="0"/>
              </a:rPr>
              <a:t> by property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datatype</a:t>
            </a:r>
            <a:r>
              <a:rPr lang="en-IN" dirty="0">
                <a:latin typeface="Arial" pitchFamily="34" charset="0"/>
                <a:cs typeface="Arial" pitchFamily="34" charset="0"/>
              </a:rPr>
              <a:t>. Spring container looks at the properties of the beans on which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>
                <a:latin typeface="Arial" pitchFamily="34" charset="0"/>
                <a:cs typeface="Arial" pitchFamily="34" charset="0"/>
              </a:rPr>
              <a:t> in the XML configuration file.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It then tries to match and wire a property if its 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type</a:t>
            </a:r>
            <a:r>
              <a:rPr lang="en-IN" dirty="0">
                <a:latin typeface="Arial" pitchFamily="34" charset="0"/>
                <a:cs typeface="Arial" pitchFamily="34" charset="0"/>
              </a:rPr>
              <a:t> matches with exactly one of the beans name in configuration file. If more than one such beans exists, a fatal exception is thrown.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contructor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>
                <a:latin typeface="Arial" pitchFamily="34" charset="0"/>
                <a:cs typeface="Arial" pitchFamily="34" charset="0"/>
              </a:rPr>
              <a:t> mode in constructor argument.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rgbClr val="4472C4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3" y="828675"/>
            <a:ext cx="738187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5" y="890588"/>
            <a:ext cx="523875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3" y="1624013"/>
            <a:ext cx="82581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788" y="1800225"/>
            <a:ext cx="8734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1095375"/>
            <a:ext cx="750570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247775"/>
            <a:ext cx="71532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113" y="1028700"/>
            <a:ext cx="58197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52500"/>
            <a:ext cx="640417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2188" y="1414463"/>
            <a:ext cx="46196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8" y="1647825"/>
            <a:ext cx="81248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7950" y="1524000"/>
            <a:ext cx="63881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7F991-C873-A90B-2E37-2AC67EA90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4" y="1604708"/>
            <a:ext cx="7754432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69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AFDC2-7BDB-3117-E669-587CB0327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5156"/>
            <a:ext cx="9144000" cy="338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19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ABDF2-A425-228D-9CB4-2ADB3991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048"/>
            <a:ext cx="9144000" cy="38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21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1033463"/>
            <a:ext cx="664845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412776"/>
            <a:ext cx="820891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objects that form the backbone of your application and that are managed by the Spring </a:t>
            </a:r>
            <a:r>
              <a:rPr lang="en-US" sz="2800" dirty="0" err="1"/>
              <a:t>IoC</a:t>
            </a:r>
            <a:r>
              <a:rPr lang="en-US" sz="2800" dirty="0"/>
              <a:t> container are called </a:t>
            </a:r>
            <a:r>
              <a:rPr lang="en-US" sz="2800" b="1" dirty="0"/>
              <a:t>beans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 bean is an object that is instantiated, assembled, and otherwise managed by a Spring </a:t>
            </a:r>
            <a:r>
              <a:rPr lang="en-US" sz="2800" dirty="0" err="1"/>
              <a:t>IoC</a:t>
            </a:r>
            <a:r>
              <a:rPr lang="en-US" sz="2800" dirty="0"/>
              <a:t> container. These beans are created with the configuration metadata that you supply to the container.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692696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Spring, bean scope is used to decide which type of bean instance should be return from Spring container back to the caller.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467544" y="1720840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5 types of bean scopes supported in spring</a:t>
            </a:r>
          </a:p>
          <a:p>
            <a:endParaRPr lang="en-US" sz="2000" dirty="0"/>
          </a:p>
          <a:p>
            <a:r>
              <a:rPr lang="en-US" sz="2000" b="1" dirty="0"/>
              <a:t>singleton</a:t>
            </a:r>
            <a:r>
              <a:rPr lang="en-US" sz="2000" dirty="0"/>
              <a:t> – Scopes a single bean definition to a single object instance per Spring </a:t>
            </a:r>
            <a:r>
              <a:rPr lang="en-US" sz="2000" dirty="0" err="1"/>
              <a:t>IoC</a:t>
            </a:r>
            <a:r>
              <a:rPr lang="en-US" sz="2000" dirty="0"/>
              <a:t> container.</a:t>
            </a:r>
          </a:p>
          <a:p>
            <a:endParaRPr lang="en-US" sz="2000" dirty="0"/>
          </a:p>
          <a:p>
            <a:r>
              <a:rPr lang="en-US" sz="2000" b="1" dirty="0"/>
              <a:t>prototype</a:t>
            </a:r>
            <a:r>
              <a:rPr lang="en-US" sz="2000" dirty="0"/>
              <a:t> – Return a new bean instance each time when requested</a:t>
            </a:r>
          </a:p>
          <a:p>
            <a:endParaRPr lang="en-US" sz="2000" dirty="0"/>
          </a:p>
          <a:p>
            <a:r>
              <a:rPr lang="en-US" sz="2000" b="1" dirty="0"/>
              <a:t>request </a:t>
            </a:r>
            <a:r>
              <a:rPr lang="en-US" sz="2000" dirty="0"/>
              <a:t>– Return a single bean instance per HTTP request.</a:t>
            </a:r>
          </a:p>
          <a:p>
            <a:endParaRPr lang="en-US" sz="2000" dirty="0"/>
          </a:p>
          <a:p>
            <a:r>
              <a:rPr lang="en-US" sz="2000" b="1" dirty="0"/>
              <a:t>session </a:t>
            </a:r>
            <a:r>
              <a:rPr lang="en-US" sz="2000" dirty="0"/>
              <a:t>– Return a single bean instance per HTTP session.</a:t>
            </a:r>
          </a:p>
          <a:p>
            <a:endParaRPr lang="en-US" sz="2000" dirty="0"/>
          </a:p>
          <a:p>
            <a:r>
              <a:rPr lang="en-US" sz="2000" b="1" dirty="0" err="1"/>
              <a:t>globalSession</a:t>
            </a:r>
            <a:r>
              <a:rPr lang="en-US" sz="2000" dirty="0"/>
              <a:t> – Return a single bean instance per global HTTP session.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2207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Singleton bean scope</a:t>
            </a:r>
          </a:p>
        </p:txBody>
      </p:sp>
      <p:pic>
        <p:nvPicPr>
          <p:cNvPr id="3074" name="Picture 2" descr="https://2.bp.blogspot.com/-qofSu3rBgpM/UDkR5T_hV8I/AAAAAAAAAS0/ZAcHnGTa_VA/s640/singleton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93775"/>
            <a:ext cx="8280920" cy="6453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6672"/>
            <a:ext cx="227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Prototype bean scope</a:t>
            </a:r>
          </a:p>
        </p:txBody>
      </p:sp>
      <p:pic>
        <p:nvPicPr>
          <p:cNvPr id="2050" name="Picture 2" descr="https://3.bp.blogspot.com/-pr4c67Nka1A/UDkPHP_JXcI/AAAAAAAAASc/iyv6oRPj4R0/s640/Prototype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46004"/>
            <a:ext cx="8640960" cy="5722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311</Words>
  <Application>Microsoft Office PowerPoint</Application>
  <PresentationFormat>On-screen Show (4:3)</PresentationFormat>
  <Paragraphs>36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charan teja</cp:lastModifiedBy>
  <cp:revision>101</cp:revision>
  <dcterms:created xsi:type="dcterms:W3CDTF">2021-03-25T03:17:42Z</dcterms:created>
  <dcterms:modified xsi:type="dcterms:W3CDTF">2024-11-14T08:25:15Z</dcterms:modified>
</cp:coreProperties>
</file>