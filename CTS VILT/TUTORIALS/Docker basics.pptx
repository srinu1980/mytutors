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57" r:id="rId9"/>
    <p:sldId id="258" r:id="rId10"/>
    <p:sldId id="259" r:id="rId11"/>
    <p:sldId id="270" r:id="rId12"/>
    <p:sldId id="260" r:id="rId13"/>
    <p:sldId id="261" r:id="rId14"/>
    <p:sldId id="262" r:id="rId15"/>
    <p:sldId id="266" r:id="rId16"/>
    <p:sldId id="267" r:id="rId17"/>
    <p:sldId id="268" r:id="rId18"/>
    <p:sldId id="281" r:id="rId19"/>
    <p:sldId id="271" r:id="rId20"/>
    <p:sldId id="272" r:id="rId21"/>
    <p:sldId id="273" r:id="rId22"/>
    <p:sldId id="269" r:id="rId23"/>
    <p:sldId id="27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101" d="100"/>
          <a:sy n="101" d="100"/>
        </p:scale>
        <p:origin x="195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BD6C3-E6D6-414E-A360-5934C3CE95D4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71546"/>
            <a:ext cx="8845548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234" y="1928802"/>
            <a:ext cx="7813532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6422" y="1285860"/>
            <a:ext cx="7366306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065856"/>
            <a:ext cx="6447077" cy="507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1214422"/>
            <a:ext cx="8039657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3970" y="1214422"/>
            <a:ext cx="8296061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50623"/>
            <a:ext cx="8572560" cy="5393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03325"/>
            <a:ext cx="9144000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38275"/>
            <a:ext cx="9286908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1857364"/>
            <a:ext cx="87154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Docker</a:t>
            </a:r>
            <a:r>
              <a:rPr lang="en-US" sz="3200" dirty="0"/>
              <a:t> Hub is a cloud-based repository service that allows users to store, share, and manage </a:t>
            </a:r>
            <a:r>
              <a:rPr lang="en-US" sz="3200" dirty="0" err="1"/>
              <a:t>Docker</a:t>
            </a:r>
            <a:r>
              <a:rPr lang="en-US" sz="3200" dirty="0"/>
              <a:t> container images. </a:t>
            </a:r>
          </a:p>
          <a:p>
            <a:endParaRPr lang="en-US" sz="3200" dirty="0"/>
          </a:p>
          <a:p>
            <a:r>
              <a:rPr lang="en-US" sz="3200" dirty="0"/>
              <a:t>Developers can package their apps and dependencies into lightweight, portable containers using the widely used </a:t>
            </a:r>
            <a:r>
              <a:rPr lang="en-US" sz="3200" dirty="0" err="1"/>
              <a:t>Docker</a:t>
            </a:r>
            <a:r>
              <a:rPr lang="en-US" sz="3200" dirty="0"/>
              <a:t> 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00225"/>
            <a:ext cx="914400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475" y="1158875"/>
            <a:ext cx="8909050" cy="454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57166"/>
            <a:ext cx="867727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429000"/>
            <a:ext cx="8215338" cy="3244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25" y="1595438"/>
            <a:ext cx="8896350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57150" y="1571612"/>
            <a:ext cx="9201150" cy="3475048"/>
            <a:chOff x="-12700" y="500042"/>
            <a:chExt cx="9201150" cy="347504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12700" y="500042"/>
              <a:ext cx="9156700" cy="307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2000240"/>
              <a:ext cx="9188450" cy="1974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995" y="1214422"/>
            <a:ext cx="8876911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488" y="0"/>
            <a:ext cx="37920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/>
              <a:t>Docker</a:t>
            </a:r>
            <a:r>
              <a:rPr lang="en-US" sz="3200" b="1" dirty="0"/>
              <a:t> - Architecture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2329" y="1000108"/>
            <a:ext cx="9186329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785794"/>
            <a:ext cx="864399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/>
              <a:t>Docker</a:t>
            </a:r>
            <a:r>
              <a:rPr lang="en-US" sz="3600" b="1" dirty="0"/>
              <a:t> uses a client-server architecture</a:t>
            </a:r>
            <a:r>
              <a:rPr lang="en-US" sz="3600" dirty="0"/>
              <a:t>. The </a:t>
            </a:r>
            <a:r>
              <a:rPr lang="en-US" sz="3600" dirty="0" err="1"/>
              <a:t>Docker</a:t>
            </a:r>
            <a:r>
              <a:rPr lang="en-US" sz="3600" dirty="0"/>
              <a:t> client communicates with the </a:t>
            </a:r>
            <a:r>
              <a:rPr lang="en-US" sz="3600" dirty="0" err="1"/>
              <a:t>docker</a:t>
            </a:r>
            <a:r>
              <a:rPr lang="en-US" sz="3600" dirty="0"/>
              <a:t> daemon, which does the heavy work of creation, execution, and distribution of </a:t>
            </a:r>
            <a:r>
              <a:rPr lang="en-US" sz="3600" dirty="0" err="1"/>
              <a:t>docker</a:t>
            </a:r>
            <a:r>
              <a:rPr lang="en-US" sz="3600" dirty="0"/>
              <a:t> containers.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20" y="142852"/>
            <a:ext cx="88582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There are two major components to public registries: </a:t>
            </a:r>
            <a:r>
              <a:rPr lang="en-US" sz="2800" b="1" dirty="0" err="1"/>
              <a:t>Docker</a:t>
            </a:r>
            <a:r>
              <a:rPr lang="en-US" sz="2800" b="1" dirty="0"/>
              <a:t> Hub</a:t>
            </a:r>
            <a:r>
              <a:rPr lang="en-US" sz="2800" dirty="0"/>
              <a:t> and </a:t>
            </a:r>
            <a:r>
              <a:rPr lang="en-US" sz="2800" b="1" dirty="0" err="1"/>
              <a:t>Docker</a:t>
            </a:r>
            <a:r>
              <a:rPr lang="en-US" sz="2800" b="1" dirty="0"/>
              <a:t> Cloud</a:t>
            </a:r>
            <a:r>
              <a:rPr lang="en-US" sz="2800" dirty="0"/>
              <a:t>. Private registries are also popular in organizations. The most popular commands for working with these storage areas are </a:t>
            </a:r>
            <a:r>
              <a:rPr lang="en-US" sz="2800" b="1" dirty="0" err="1"/>
              <a:t>docker</a:t>
            </a:r>
            <a:r>
              <a:rPr lang="en-US" sz="2800" b="1" dirty="0"/>
              <a:t> push, </a:t>
            </a:r>
            <a:r>
              <a:rPr lang="en-US" sz="2800" b="1" dirty="0" err="1"/>
              <a:t>docker</a:t>
            </a:r>
            <a:r>
              <a:rPr lang="en-US" sz="2800" b="1" dirty="0"/>
              <a:t> pull</a:t>
            </a:r>
            <a:r>
              <a:rPr lang="en-US" sz="2800" dirty="0"/>
              <a:t>, and </a:t>
            </a:r>
            <a:r>
              <a:rPr lang="en-US" sz="2800" b="1" dirty="0" err="1"/>
              <a:t>docker</a:t>
            </a:r>
            <a:r>
              <a:rPr lang="en-US" sz="2800" b="1" dirty="0"/>
              <a:t> run</a:t>
            </a:r>
            <a:r>
              <a:rPr lang="en-US" sz="2800" dirty="0"/>
              <a:t>.</a:t>
            </a:r>
          </a:p>
          <a:p>
            <a:endParaRPr lang="en-IN" sz="2800" dirty="0"/>
          </a:p>
          <a:p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142844" y="2928934"/>
            <a:ext cx="850109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Dockerhub</a:t>
            </a:r>
            <a:r>
              <a:rPr lang="en-US" sz="2800" dirty="0"/>
              <a:t>, the official </a:t>
            </a:r>
            <a:r>
              <a:rPr lang="en-US" sz="2800" dirty="0" err="1"/>
              <a:t>Docker</a:t>
            </a:r>
            <a:r>
              <a:rPr lang="en-US" sz="2800" dirty="0"/>
              <a:t> registry, contains multiple official image repositories. A repository is a collection of similar </a:t>
            </a:r>
            <a:r>
              <a:rPr lang="en-US" sz="2800" dirty="0" err="1"/>
              <a:t>Docker</a:t>
            </a:r>
            <a:r>
              <a:rPr lang="en-US" sz="2800" dirty="0"/>
              <a:t> images that are uniquely identifiable by </a:t>
            </a:r>
            <a:r>
              <a:rPr lang="en-US" sz="2800" dirty="0" err="1"/>
              <a:t>Docker</a:t>
            </a:r>
            <a:r>
              <a:rPr lang="en-US" sz="2800" dirty="0"/>
              <a:t> tags.</a:t>
            </a:r>
          </a:p>
          <a:p>
            <a:endParaRPr lang="en-IN" sz="2800" dirty="0"/>
          </a:p>
          <a:p>
            <a:r>
              <a:rPr lang="en-US" sz="2800" dirty="0"/>
              <a:t> Some of them are </a:t>
            </a:r>
            <a:r>
              <a:rPr lang="en-US" sz="2800" dirty="0" err="1"/>
              <a:t>Nginx</a:t>
            </a:r>
            <a:r>
              <a:rPr lang="en-US" sz="2800" dirty="0"/>
              <a:t>, Apache, Python, Java, Mongo, Node, </a:t>
            </a:r>
            <a:r>
              <a:rPr lang="en-US" sz="2800" dirty="0" err="1"/>
              <a:t>MySQL</a:t>
            </a:r>
            <a:r>
              <a:rPr lang="en-US" sz="2800" dirty="0"/>
              <a:t>, </a:t>
            </a:r>
            <a:r>
              <a:rPr lang="en-US" sz="2800" dirty="0" err="1"/>
              <a:t>Ubuntu</a:t>
            </a:r>
            <a:r>
              <a:rPr lang="en-US" sz="2800" dirty="0"/>
              <a:t>, Fedora, Centos, and so on.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571480"/>
            <a:ext cx="900115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Amazon Elastic Container Registry (ECR)</a:t>
            </a:r>
          </a:p>
          <a:p>
            <a:endParaRPr lang="en-IN" sz="2400" dirty="0"/>
          </a:p>
          <a:p>
            <a:endParaRPr lang="en-US" sz="2400" dirty="0"/>
          </a:p>
          <a:p>
            <a:r>
              <a:rPr lang="en-US" sz="2400" dirty="0"/>
              <a:t>Amazon Elastic Container Registry (ECR) is a fully managed </a:t>
            </a:r>
            <a:r>
              <a:rPr lang="en-US" sz="2400" dirty="0" err="1"/>
              <a:t>Docker</a:t>
            </a:r>
            <a:r>
              <a:rPr lang="en-US" sz="2400" dirty="0"/>
              <a:t> container registry integrated with AWS.</a:t>
            </a:r>
          </a:p>
          <a:p>
            <a:r>
              <a:rPr lang="en-US" sz="2400" b="1" dirty="0"/>
              <a:t>Integration with AWS</a:t>
            </a:r>
            <a:r>
              <a:rPr lang="en-US" sz="2400" dirty="0"/>
              <a:t> − Deep integration with the broader AWS toolset, including ECS, EKS, and </a:t>
            </a:r>
            <a:r>
              <a:rPr lang="en-US" sz="2400" dirty="0" err="1"/>
              <a:t>CodePipeline</a:t>
            </a:r>
            <a:r>
              <a:rPr lang="en-US" sz="2400" dirty="0"/>
              <a:t>.</a:t>
            </a:r>
          </a:p>
          <a:p>
            <a:r>
              <a:rPr lang="en-US" sz="2400" b="1" dirty="0"/>
              <a:t>Scalability</a:t>
            </a:r>
            <a:r>
              <a:rPr lang="en-US" sz="2400" dirty="0"/>
              <a:t> − It can scale in size and number of images stored.</a:t>
            </a:r>
          </a:p>
          <a:p>
            <a:r>
              <a:rPr lang="en-US" sz="2400" b="1" dirty="0"/>
              <a:t>Security</a:t>
            </a:r>
            <a:r>
              <a:rPr lang="en-US" sz="2400" dirty="0"/>
              <a:t> − Provides image encryption, IAM for controlling access, and network integration.</a:t>
            </a:r>
          </a:p>
          <a:p>
            <a:r>
              <a:rPr lang="en-US" sz="2400" b="1" dirty="0"/>
              <a:t>Image Scanning</a:t>
            </a:r>
            <a:r>
              <a:rPr lang="en-US" sz="2400" dirty="0"/>
              <a:t> − The images are scanned for software vulnerability through Amazon Inspector.</a:t>
            </a:r>
          </a:p>
          <a:p>
            <a:r>
              <a:rPr lang="en-US" sz="2400" b="1" dirty="0"/>
              <a:t>Cost-Effective</a:t>
            </a:r>
            <a:r>
              <a:rPr lang="en-US" sz="2400" dirty="0"/>
              <a:t> − Pay-as-you-go pricing model with free tier options.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274</Words>
  <Application>Microsoft Office PowerPoint</Application>
  <PresentationFormat>On-screen Show (4:3)</PresentationFormat>
  <Paragraphs>18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charan teja</cp:lastModifiedBy>
  <cp:revision>44</cp:revision>
  <dcterms:created xsi:type="dcterms:W3CDTF">2024-12-28T16:48:33Z</dcterms:created>
  <dcterms:modified xsi:type="dcterms:W3CDTF">2025-07-09T07:46:30Z</dcterms:modified>
</cp:coreProperties>
</file>