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3E48A-2379-42AB-9517-413C22557CAE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0959F-AA80-4F7A-B7AA-243C50B672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5" y="1228725"/>
            <a:ext cx="913765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375" y="1308100"/>
            <a:ext cx="8985250" cy="424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734" y="857232"/>
            <a:ext cx="885751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4175" y="1071546"/>
            <a:ext cx="8375650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500042"/>
            <a:ext cx="8429685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2575" y="500042"/>
            <a:ext cx="8578850" cy="55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928670"/>
            <a:ext cx="8361393" cy="494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25" y="714356"/>
            <a:ext cx="9074150" cy="542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3</cp:revision>
  <dcterms:created xsi:type="dcterms:W3CDTF">2022-05-25T14:55:14Z</dcterms:created>
  <dcterms:modified xsi:type="dcterms:W3CDTF">2022-05-25T15:23:06Z</dcterms:modified>
</cp:coreProperties>
</file>