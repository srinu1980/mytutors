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DAE26-60BA-42E2-B213-BD088EBF87A2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BB6A0-7127-4FF0-95F0-3092318321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DAE26-60BA-42E2-B213-BD088EBF87A2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BB6A0-7127-4FF0-95F0-3092318321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DAE26-60BA-42E2-B213-BD088EBF87A2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BB6A0-7127-4FF0-95F0-3092318321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DAE26-60BA-42E2-B213-BD088EBF87A2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BB6A0-7127-4FF0-95F0-3092318321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DAE26-60BA-42E2-B213-BD088EBF87A2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BB6A0-7127-4FF0-95F0-3092318321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DAE26-60BA-42E2-B213-BD088EBF87A2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BB6A0-7127-4FF0-95F0-3092318321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DAE26-60BA-42E2-B213-BD088EBF87A2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BB6A0-7127-4FF0-95F0-3092318321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DAE26-60BA-42E2-B213-BD088EBF87A2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BB6A0-7127-4FF0-95F0-3092318321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DAE26-60BA-42E2-B213-BD088EBF87A2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BB6A0-7127-4FF0-95F0-3092318321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DAE26-60BA-42E2-B213-BD088EBF87A2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BB6A0-7127-4FF0-95F0-3092318321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DAE26-60BA-42E2-B213-BD088EBF87A2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BB6A0-7127-4FF0-95F0-3092318321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6DAE26-60BA-42E2-B213-BD088EBF87A2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5BB6A0-7127-4FF0-95F0-3092318321E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7158" y="3105835"/>
            <a:ext cx="85011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https://intellipaat.com/blog/what-is-amazon-web-services-aws/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24" y="1357298"/>
            <a:ext cx="7473973" cy="3319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05268" y="1785926"/>
            <a:ext cx="7238632" cy="3133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0" y="1976438"/>
            <a:ext cx="8953500" cy="290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3825" y="2005013"/>
            <a:ext cx="8896350" cy="284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5984" y="1714488"/>
            <a:ext cx="5272109" cy="33663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14425" y="1971675"/>
            <a:ext cx="6915150" cy="291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85918" y="1643050"/>
            <a:ext cx="6229376" cy="33842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28725" y="1962150"/>
            <a:ext cx="6686550" cy="293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71688" y="1943100"/>
            <a:ext cx="5000625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</Words>
  <Application>Microsoft Office PowerPoint</Application>
  <PresentationFormat>On-screen Show (4:3)</PresentationFormat>
  <Paragraphs>1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Windows User</dc:creator>
  <cp:lastModifiedBy>Windows User</cp:lastModifiedBy>
  <cp:revision>3</cp:revision>
  <dcterms:created xsi:type="dcterms:W3CDTF">2024-10-22T07:16:20Z</dcterms:created>
  <dcterms:modified xsi:type="dcterms:W3CDTF">2024-10-22T07:24:01Z</dcterms:modified>
</cp:coreProperties>
</file>