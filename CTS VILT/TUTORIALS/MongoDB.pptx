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49404-0E83-484D-BDA5-C533AEFB50EB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57350"/>
            <a:ext cx="853244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27149"/>
            <a:ext cx="9144000" cy="5766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5925"/>
            <a:ext cx="9252520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04" y="1772816"/>
            <a:ext cx="8950216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544" y="675451"/>
            <a:ext cx="8064896" cy="5034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536" y="908366"/>
            <a:ext cx="7994410" cy="4824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2088" y="404665"/>
            <a:ext cx="6219825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963" y="2005013"/>
            <a:ext cx="89820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9663" y="2595563"/>
            <a:ext cx="692467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829" y="1484784"/>
            <a:ext cx="8814342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3" y="1747838"/>
            <a:ext cx="905827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3001" y="1484784"/>
            <a:ext cx="810622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/>
              <a:t>https://delbridge.solutions/mongodb-crud-operations/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</Words>
  <Application>Microsoft Office PowerPoint</Application>
  <PresentationFormat>On-screen Show (4:3)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charan teja</cp:lastModifiedBy>
  <cp:revision>5</cp:revision>
  <dcterms:created xsi:type="dcterms:W3CDTF">2025-07-02T16:19:16Z</dcterms:created>
  <dcterms:modified xsi:type="dcterms:W3CDTF">2025-07-03T03:28:00Z</dcterms:modified>
</cp:coreProperties>
</file>