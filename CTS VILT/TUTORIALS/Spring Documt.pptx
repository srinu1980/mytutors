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374" r:id="rId3"/>
    <p:sldId id="292" r:id="rId4"/>
    <p:sldId id="293" r:id="rId5"/>
    <p:sldId id="393" r:id="rId6"/>
    <p:sldId id="294" r:id="rId7"/>
    <p:sldId id="295" r:id="rId8"/>
    <p:sldId id="297" r:id="rId9"/>
    <p:sldId id="298" r:id="rId10"/>
    <p:sldId id="299" r:id="rId11"/>
    <p:sldId id="300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77" r:id="rId23"/>
    <p:sldId id="378" r:id="rId24"/>
    <p:sldId id="379" r:id="rId25"/>
    <p:sldId id="380" r:id="rId26"/>
    <p:sldId id="314" r:id="rId27"/>
    <p:sldId id="315" r:id="rId28"/>
    <p:sldId id="316" r:id="rId29"/>
    <p:sldId id="375" r:id="rId30"/>
    <p:sldId id="392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30" d="100"/>
          <a:sy n="130" d="100"/>
        </p:scale>
        <p:origin x="1074" y="-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0798-3639-429B-BF03-3C23CF6C5054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86A8E-3109-4C93-B5F1-AA4B3A5533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3225"/>
            <a:ext cx="9144000" cy="605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23875"/>
            <a:ext cx="9144000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6738" y="814388"/>
            <a:ext cx="801052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8400" y="1758950"/>
            <a:ext cx="6807200" cy="334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15D392-23F9-4B39-7909-39A4CF9DD20E}"/>
              </a:ext>
            </a:extLst>
          </p:cNvPr>
          <p:cNvSpPr txBox="1"/>
          <p:nvPr/>
        </p:nvSpPr>
        <p:spPr>
          <a:xfrm>
            <a:off x="143508" y="908720"/>
            <a:ext cx="88569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rgbClr val="333333"/>
                </a:solidFill>
                <a:effectLst/>
                <a:latin typeface="Helvetica Neue"/>
              </a:rPr>
              <a:t>What is spring framework?</a:t>
            </a:r>
          </a:p>
          <a:p>
            <a:pPr algn="l"/>
            <a:endParaRPr lang="en-IN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en-IN" sz="2400" b="0" i="0" dirty="0">
                <a:solidFill>
                  <a:srgbClr val="333333"/>
                </a:solidFill>
                <a:effectLst/>
                <a:latin typeface="Helvetica Neue"/>
              </a:rPr>
              <a:t>Spring framework is a popular open source Java framework used to develop large scale enterprise web applications. </a:t>
            </a:r>
          </a:p>
          <a:p>
            <a:pPr algn="l"/>
            <a:endParaRPr lang="en-IN" sz="2400" dirty="0">
              <a:solidFill>
                <a:srgbClr val="333333"/>
              </a:solidFill>
              <a:latin typeface="Helvetica Neue"/>
            </a:endParaRPr>
          </a:p>
          <a:p>
            <a:pPr algn="l"/>
            <a:r>
              <a:rPr lang="en-IN" sz="2400" b="0" i="0" dirty="0">
                <a:solidFill>
                  <a:srgbClr val="333333"/>
                </a:solidFill>
                <a:effectLst/>
                <a:latin typeface="Helvetica Neue"/>
              </a:rPr>
              <a:t>It is a lightweight framework. It is often called as framework of frameworks as it also supports various frameworks like Struts, Hibernate, JSF, EJB etc. </a:t>
            </a:r>
          </a:p>
          <a:p>
            <a:pPr algn="l"/>
            <a:r>
              <a:rPr lang="en-IN" sz="2400" b="0" i="0" dirty="0">
                <a:solidFill>
                  <a:srgbClr val="333333"/>
                </a:solidFill>
                <a:effectLst/>
                <a:latin typeface="Helvetica Neue"/>
              </a:rPr>
              <a:t>Spring framework is the most used, well supported and more matured Java framework available in the market right now.</a:t>
            </a:r>
          </a:p>
        </p:txBody>
      </p:sp>
    </p:spTree>
    <p:extLst>
      <p:ext uri="{BB962C8B-B14F-4D97-AF65-F5344CB8AC3E}">
        <p14:creationId xmlns:p14="http://schemas.microsoft.com/office/powerpoint/2010/main" val="109218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7848872" cy="4749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3310" y="1676400"/>
            <a:ext cx="7097190" cy="384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1"/>
            <a:ext cx="8964488" cy="564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4175"/>
            <a:ext cx="9144000" cy="608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71475"/>
            <a:ext cx="8604448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77825"/>
            <a:ext cx="8964488" cy="610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90525"/>
            <a:ext cx="8748464" cy="607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3075"/>
            <a:ext cx="8820472" cy="591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9425"/>
            <a:ext cx="9144000" cy="589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23875"/>
            <a:ext cx="9144000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6725"/>
            <a:ext cx="9144000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7525"/>
            <a:ext cx="9144000" cy="582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925" y="1546225"/>
            <a:ext cx="8566150" cy="376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"/>
            <a:ext cx="9144000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2925"/>
            <a:ext cx="9396536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7675"/>
            <a:ext cx="91440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34975"/>
            <a:ext cx="9144000" cy="598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5925"/>
            <a:ext cx="9144000" cy="602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35694"/>
            <a:ext cx="9144000" cy="608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0686"/>
            <a:ext cx="9036496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725" y="1508125"/>
            <a:ext cx="7448550" cy="384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7675"/>
            <a:ext cx="91440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85825"/>
            <a:ext cx="853244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2775"/>
            <a:ext cx="9144000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74</Words>
  <Application>Microsoft Office PowerPoint</Application>
  <PresentationFormat>On-screen Show (4:3)</PresentationFormat>
  <Paragraphs>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charan teja</cp:lastModifiedBy>
  <cp:revision>86</cp:revision>
  <dcterms:created xsi:type="dcterms:W3CDTF">2021-01-30T02:38:05Z</dcterms:created>
  <dcterms:modified xsi:type="dcterms:W3CDTF">2024-11-12T10:48:45Z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2023-02-14T13:34:37Z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22083db1-3bcb-439b-b731-adcdc0b70e8f</vt:lpwstr>
  </property>
  <property fmtid="{D5CDD505-2E9C-101B-9397-08002B2CF9AE}" pid="7" name="MSIP_Label_defa4170-0d19-0005-0004-bc88714345d2_ActionId">
    <vt:lpwstr>26e5023b-833e-4f14-9613-00200f9607b3</vt:lpwstr>
  </property>
  <property fmtid="{D5CDD505-2E9C-101B-9397-08002B2CF9AE}" pid="8" name="MSIP_Label_defa4170-0d19-0005-0004-bc88714345d2_ContentBits">
    <vt:lpwstr>0</vt:lpwstr>
  </property>
</Properties>
</file>