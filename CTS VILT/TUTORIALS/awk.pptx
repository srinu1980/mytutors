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65618-0D79-415D-B433-7A23CFF0490B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784ED-8843-487F-B1AC-585091B203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75" y="1930400"/>
            <a:ext cx="8934450" cy="299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9675" y="1804988"/>
            <a:ext cx="67246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00174"/>
            <a:ext cx="8289830" cy="58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2786058"/>
            <a:ext cx="727075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5429264"/>
            <a:ext cx="74041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3100" y="1279525"/>
            <a:ext cx="7797800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2727325"/>
            <a:ext cx="8915400" cy="140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928670"/>
            <a:ext cx="668020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7050" y="1393825"/>
            <a:ext cx="8089900" cy="407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429264"/>
            <a:ext cx="8358246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550" y="2870200"/>
            <a:ext cx="77089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13</cp:revision>
  <dcterms:created xsi:type="dcterms:W3CDTF">2025-07-20T12:29:19Z</dcterms:created>
  <dcterms:modified xsi:type="dcterms:W3CDTF">2025-07-21T02:46:10Z</dcterms:modified>
</cp:coreProperties>
</file>