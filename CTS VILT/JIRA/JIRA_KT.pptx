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Knowledge Transfer (KT) on Jira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Basics to Project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Jira?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 project management &amp; issue tracking tool by Atlassian</a:t>
            </a:r>
          </a:p>
          <a:p>
            <a:r>
              <a:t>- Widely used in Agile software development</a:t>
            </a:r>
          </a:p>
          <a:p>
            <a:r>
              <a:t>- Helps teams plan, track, release, and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Jira?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Centralized platform for tracking tasks</a:t>
            </a:r>
          </a:p>
          <a:p>
            <a:r>
              <a:t>- Supports Scrum &amp; Kanban methodologies</a:t>
            </a:r>
          </a:p>
          <a:p>
            <a:r>
              <a:t>- Customizable workflows</a:t>
            </a:r>
          </a:p>
          <a:p>
            <a:r>
              <a:t>- Integrates with tools (Bitbucket, Confluence, Jenkins)</a:t>
            </a:r>
          </a:p>
          <a:p>
            <a:r>
              <a:t>- Provides real-time visibility &amp;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Jira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Project → Container for all work items</a:t>
            </a:r>
          </a:p>
          <a:p>
            <a:r>
              <a:t>- Issue → Story, Task, Bug, or Epic</a:t>
            </a:r>
          </a:p>
          <a:p>
            <a:r>
              <a:t>- Epic → Large body of work</a:t>
            </a:r>
          </a:p>
          <a:p>
            <a:r>
              <a:t>- Story → User requirement</a:t>
            </a:r>
          </a:p>
          <a:p>
            <a:r>
              <a:t>- Task → Work item to complete</a:t>
            </a:r>
          </a:p>
          <a:p>
            <a:r>
              <a:t>- Bug → Software defect</a:t>
            </a:r>
          </a:p>
          <a:p>
            <a:r>
              <a:t>- Sprint → Time-boxed iteration</a:t>
            </a:r>
          </a:p>
          <a:p>
            <a:r>
              <a:t>- Board → Visual representation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in Jira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To Do → Work not started</a:t>
            </a:r>
          </a:p>
          <a:p>
            <a:r>
              <a:t>2. In Progress → Work ongoing</a:t>
            </a:r>
          </a:p>
          <a:p>
            <a:r>
              <a:t>3. In Review / QA → Testing &amp; verification</a:t>
            </a:r>
          </a:p>
          <a:p>
            <a:r>
              <a:t>4. Done → Completed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Choose project type (Scrum, Kanban, Bug Tracking)</a:t>
            </a:r>
          </a:p>
          <a:p>
            <a:r>
              <a:t>- Define team members &amp; roles</a:t>
            </a:r>
          </a:p>
          <a:p>
            <a:r>
              <a:t>- Configure workflow states</a:t>
            </a:r>
          </a:p>
          <a:p>
            <a:r>
              <a:t>- Create Epics, Stories, and Tasks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Managing Work in a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Add issues (Tasks, Bugs, Stories)</a:t>
            </a:r>
          </a:p>
          <a:p>
            <a:r>
              <a:t>- Assign work to team members</a:t>
            </a:r>
          </a:p>
          <a:p>
            <a:r>
              <a:t>- Move issues across board (To Do → In Progress → Done)</a:t>
            </a:r>
          </a:p>
          <a:p>
            <a:r>
              <a:t>- Track sprint progress</a:t>
            </a:r>
          </a:p>
          <a:p>
            <a:r>
              <a:t>- Use JQL (Jira Query Language) for 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Tracking &amp;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Burndown charts</a:t>
            </a:r>
          </a:p>
          <a:p>
            <a:r>
              <a:t>- Velocity charts</a:t>
            </a:r>
          </a:p>
          <a:p>
            <a:r>
              <a:t>- Sprint reports</a:t>
            </a:r>
          </a:p>
          <a:p>
            <a:r>
              <a:t>- Release reports</a:t>
            </a:r>
          </a:p>
          <a:p>
            <a:r>
              <a:t>- Dashboard for project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Create a sample Scrum project</a:t>
            </a:r>
          </a:p>
          <a:p>
            <a:r>
              <a:t>- Add Epics, Stories, and Tasks</a:t>
            </a:r>
          </a:p>
          <a:p>
            <a:r>
              <a:t>- Assign issues to users</a:t>
            </a:r>
          </a:p>
          <a:p>
            <a:r>
              <a:t>- Demonstrate board movement</a:t>
            </a:r>
          </a:p>
          <a:p>
            <a:r>
              <a:t>- Generate sprint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Jira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Improves team collaboration</a:t>
            </a:r>
          </a:p>
          <a:p>
            <a:r>
              <a:t>- Enhances transparency &amp; accountability</a:t>
            </a:r>
          </a:p>
          <a:p>
            <a:r>
              <a:t>- Provides real-time project visibility</a:t>
            </a:r>
          </a:p>
          <a:p>
            <a:r>
              <a:t>- Supports Agile best practices</a:t>
            </a:r>
          </a:p>
          <a:p>
            <a:r>
              <a:t>- Reduces miscommunication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