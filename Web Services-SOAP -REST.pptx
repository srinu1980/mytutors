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9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4" r:id="rId21"/>
    <p:sldId id="295" r:id="rId22"/>
    <p:sldId id="296" r:id="rId23"/>
    <p:sldId id="297" r:id="rId24"/>
    <p:sldId id="298" r:id="rId25"/>
    <p:sldId id="299" r:id="rId26"/>
    <p:sldId id="293" r:id="rId27"/>
    <p:sldId id="300" r:id="rId28"/>
    <p:sldId id="301" r:id="rId29"/>
    <p:sldId id="30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56439-80FF-493D-A645-6DC9AEB93F6E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2AC50-B82E-4480-9FFF-C982958F4F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4925" y="823913"/>
            <a:ext cx="6534150" cy="521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240" y="1981200"/>
            <a:ext cx="895056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" y="342900"/>
            <a:ext cx="90297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0075"/>
            <a:ext cx="9296400" cy="56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73100"/>
            <a:ext cx="9372600" cy="551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400" y="1374775"/>
            <a:ext cx="8585200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04800"/>
            <a:ext cx="75057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55625"/>
            <a:ext cx="9372600" cy="574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4525"/>
            <a:ext cx="9372600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24000"/>
            <a:ext cx="9328150" cy="374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590550"/>
            <a:ext cx="8991600" cy="567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3283" y="1260475"/>
            <a:ext cx="7483917" cy="475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809625"/>
            <a:ext cx="8991600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95350"/>
            <a:ext cx="9144000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0"/>
            <a:ext cx="9296400" cy="575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49275"/>
            <a:ext cx="929640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9140825" cy="407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58850"/>
            <a:ext cx="9220200" cy="494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9144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704850"/>
            <a:ext cx="89916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7700"/>
            <a:ext cx="91440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55650"/>
            <a:ext cx="9144000" cy="534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00100"/>
            <a:ext cx="9144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93800"/>
            <a:ext cx="9144000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98500"/>
            <a:ext cx="8553450" cy="546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9144000" cy="555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27050"/>
            <a:ext cx="9144000" cy="580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831850"/>
            <a:ext cx="8763000" cy="519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0</Words>
  <Application>Microsoft Office PowerPoint</Application>
  <PresentationFormat>On-screen Show (4:3)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srinivasa rao</dc:creator>
  <cp:lastModifiedBy>Windows User</cp:lastModifiedBy>
  <cp:revision>20</cp:revision>
  <dcterms:created xsi:type="dcterms:W3CDTF">2021-10-31T02:13:23Z</dcterms:created>
  <dcterms:modified xsi:type="dcterms:W3CDTF">2024-08-20T08:53:38Z</dcterms:modified>
</cp:coreProperties>
</file>