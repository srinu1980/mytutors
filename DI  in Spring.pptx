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9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5" r:id="rId41"/>
    <p:sldId id="296" r:id="rId42"/>
    <p:sldId id="297" r:id="rId43"/>
    <p:sldId id="298" r:id="rId44"/>
    <p:sldId id="300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22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8E434-ED76-45E6-919E-6F50FFCDC17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3233D-80AD-46CA-B82A-44E34BEE63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12776"/>
            <a:ext cx="7167737" cy="4299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196752"/>
            <a:ext cx="7704856" cy="4540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340768"/>
            <a:ext cx="720080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124744"/>
            <a:ext cx="612068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6880" y="1992630"/>
            <a:ext cx="5961464" cy="402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124744"/>
            <a:ext cx="5722620" cy="4077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916832"/>
            <a:ext cx="6984776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124744"/>
            <a:ext cx="6465520" cy="3907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196752"/>
            <a:ext cx="7200800" cy="4301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000250"/>
            <a:ext cx="6385892" cy="3949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412776"/>
            <a:ext cx="6321504" cy="3380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0690" y="2362200"/>
            <a:ext cx="5722620" cy="2939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72816"/>
            <a:ext cx="6749742" cy="375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96440"/>
            <a:ext cx="7488832" cy="3952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506980"/>
            <a:ext cx="7560840" cy="322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12776"/>
            <a:ext cx="6264696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980728"/>
            <a:ext cx="4824536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548680"/>
            <a:ext cx="54006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980728"/>
            <a:ext cx="6624736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4050" y="1400175"/>
            <a:ext cx="52959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95536" y="3326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/>
          </a:p>
          <a:p>
            <a:r>
              <a:rPr lang="en-US" b="1" dirty="0"/>
              <a:t>Reference Type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8604448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8600" y="1701800"/>
            <a:ext cx="61468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704850"/>
            <a:ext cx="80010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9188" y="1104900"/>
            <a:ext cx="690562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247606"/>
            <a:ext cx="9144000" cy="715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228528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Autowiring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modes: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r>
              <a:rPr lang="en-IN" b="1" dirty="0">
                <a:latin typeface="Arial" pitchFamily="34" charset="0"/>
                <a:cs typeface="Arial" pitchFamily="34" charset="0"/>
              </a:rPr>
              <a:t>no: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Default, no auto wiring, set it manually via “ref” attribute as we have done in dependency injection via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settor</a:t>
            </a:r>
            <a:r>
              <a:rPr lang="en-IN" dirty="0">
                <a:latin typeface="Arial" pitchFamily="34" charset="0"/>
                <a:cs typeface="Arial" pitchFamily="34" charset="0"/>
              </a:rPr>
              <a:t> method post.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>
                <a:latin typeface="Arial" pitchFamily="34" charset="0"/>
                <a:cs typeface="Arial" pitchFamily="34" charset="0"/>
              </a:rPr>
              <a:t>byName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IN" dirty="0" err="1">
                <a:latin typeface="Arial" pitchFamily="34" charset="0"/>
                <a:cs typeface="Arial" pitchFamily="34" charset="0"/>
              </a:rPr>
              <a:t>Autowiring</a:t>
            </a:r>
            <a:r>
              <a:rPr lang="en-IN" dirty="0">
                <a:latin typeface="Arial" pitchFamily="34" charset="0"/>
                <a:cs typeface="Arial" pitchFamily="34" charset="0"/>
              </a:rPr>
              <a:t> by property name. Spring container looks at the properties of the beans on which </a:t>
            </a:r>
            <a:r>
              <a:rPr lang="en-IN" i="1" dirty="0" err="1">
                <a:latin typeface="Arial" pitchFamily="34" charset="0"/>
                <a:cs typeface="Arial" pitchFamily="34" charset="0"/>
              </a:rPr>
              <a:t>autowire</a:t>
            </a:r>
            <a:r>
              <a:rPr lang="en-IN" dirty="0">
                <a:latin typeface="Arial" pitchFamily="34" charset="0"/>
                <a:cs typeface="Arial" pitchFamily="34" charset="0"/>
              </a:rPr>
              <a:t> attribute is set to </a:t>
            </a:r>
            <a:r>
              <a:rPr lang="en-IN" i="1" dirty="0" err="1">
                <a:latin typeface="Arial" pitchFamily="34" charset="0"/>
                <a:cs typeface="Arial" pitchFamily="34" charset="0"/>
              </a:rPr>
              <a:t>byName</a:t>
            </a:r>
            <a:r>
              <a:rPr lang="en-IN" dirty="0">
                <a:latin typeface="Arial" pitchFamily="34" charset="0"/>
                <a:cs typeface="Arial" pitchFamily="34" charset="0"/>
              </a:rPr>
              <a:t> in the XML configuration file and it tries to match it with name of bean in xml configuration file.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>
                <a:latin typeface="Arial" pitchFamily="34" charset="0"/>
                <a:cs typeface="Arial" pitchFamily="34" charset="0"/>
              </a:rPr>
              <a:t>byType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IN" dirty="0" err="1">
                <a:latin typeface="Arial" pitchFamily="34" charset="0"/>
                <a:cs typeface="Arial" pitchFamily="34" charset="0"/>
              </a:rPr>
              <a:t>Autowiring</a:t>
            </a:r>
            <a:r>
              <a:rPr lang="en-IN" dirty="0">
                <a:latin typeface="Arial" pitchFamily="34" charset="0"/>
                <a:cs typeface="Arial" pitchFamily="34" charset="0"/>
              </a:rPr>
              <a:t> by property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datatype</a:t>
            </a:r>
            <a:r>
              <a:rPr lang="en-IN" dirty="0">
                <a:latin typeface="Arial" pitchFamily="34" charset="0"/>
                <a:cs typeface="Arial" pitchFamily="34" charset="0"/>
              </a:rPr>
              <a:t>. Spring container looks at the properties of the beans on which </a:t>
            </a:r>
            <a:r>
              <a:rPr lang="en-IN" i="1" dirty="0" err="1">
                <a:latin typeface="Arial" pitchFamily="34" charset="0"/>
                <a:cs typeface="Arial" pitchFamily="34" charset="0"/>
              </a:rPr>
              <a:t>autowire</a:t>
            </a:r>
            <a:r>
              <a:rPr lang="en-IN" dirty="0">
                <a:latin typeface="Arial" pitchFamily="34" charset="0"/>
                <a:cs typeface="Arial" pitchFamily="34" charset="0"/>
              </a:rPr>
              <a:t> attribute is set to </a:t>
            </a:r>
            <a:r>
              <a:rPr lang="en-IN" i="1" dirty="0" err="1">
                <a:latin typeface="Arial" pitchFamily="34" charset="0"/>
                <a:cs typeface="Arial" pitchFamily="34" charset="0"/>
              </a:rPr>
              <a:t>byType</a:t>
            </a:r>
            <a:r>
              <a:rPr lang="en-IN" dirty="0">
                <a:latin typeface="Arial" pitchFamily="34" charset="0"/>
                <a:cs typeface="Arial" pitchFamily="34" charset="0"/>
              </a:rPr>
              <a:t> in the XML configuration file.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It then tries to match and wire a property if its 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type</a:t>
            </a:r>
            <a:r>
              <a:rPr lang="en-IN" dirty="0">
                <a:latin typeface="Arial" pitchFamily="34" charset="0"/>
                <a:cs typeface="Arial" pitchFamily="34" charset="0"/>
              </a:rPr>
              <a:t> matches with exactly one of the beans name in configuration file. If more than one such beans exists, a fatal exception is thrown.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IN" b="1" dirty="0" err="1">
                <a:latin typeface="Arial" pitchFamily="34" charset="0"/>
                <a:cs typeface="Arial" pitchFamily="34" charset="0"/>
              </a:rPr>
              <a:t>contructor</a:t>
            </a:r>
            <a:r>
              <a:rPr lang="en-IN" b="1" dirty="0">
                <a:latin typeface="Arial" pitchFamily="34" charset="0"/>
                <a:cs typeface="Arial" pitchFamily="34" charset="0"/>
              </a:rPr>
              <a:t>:</a:t>
            </a: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IN" dirty="0" err="1">
                <a:latin typeface="Arial" pitchFamily="34" charset="0"/>
                <a:cs typeface="Arial" pitchFamily="34" charset="0"/>
              </a:rPr>
              <a:t>byType</a:t>
            </a:r>
            <a:r>
              <a:rPr lang="en-IN" dirty="0">
                <a:latin typeface="Arial" pitchFamily="34" charset="0"/>
                <a:cs typeface="Arial" pitchFamily="34" charset="0"/>
              </a:rPr>
              <a:t> mode in constructor argument.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>
              <a:ln>
                <a:noFill/>
              </a:ln>
              <a:solidFill>
                <a:srgbClr val="4472C4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1063" y="828675"/>
            <a:ext cx="738187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625" y="890588"/>
            <a:ext cx="523875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3" y="1624013"/>
            <a:ext cx="825817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788" y="1800225"/>
            <a:ext cx="87344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150" y="1095375"/>
            <a:ext cx="750570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1247775"/>
            <a:ext cx="715327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2113" y="1028700"/>
            <a:ext cx="58197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952500"/>
            <a:ext cx="6404173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2188" y="1414463"/>
            <a:ext cx="461962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588" y="1647825"/>
            <a:ext cx="812482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0975" y="1939925"/>
            <a:ext cx="6242050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775" y="1033463"/>
            <a:ext cx="6648450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412776"/>
            <a:ext cx="820891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objects that form the backbone of your application and that are managed by the Spring </a:t>
            </a:r>
            <a:r>
              <a:rPr lang="en-US" sz="2800" dirty="0" err="1"/>
              <a:t>IoC</a:t>
            </a:r>
            <a:r>
              <a:rPr lang="en-US" sz="2800" dirty="0"/>
              <a:t> container are called </a:t>
            </a:r>
            <a:r>
              <a:rPr lang="en-US" sz="2800" b="1" dirty="0"/>
              <a:t>beans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A bean is an object that is instantiated, assembled, and otherwise managed by a Spring </a:t>
            </a:r>
            <a:r>
              <a:rPr lang="en-US" sz="2800" dirty="0" err="1"/>
              <a:t>IoC</a:t>
            </a:r>
            <a:r>
              <a:rPr lang="en-US" sz="2800" dirty="0"/>
              <a:t> container. These beans are created with the configuration metadata that you supply to the container. For example, in the form of XML &lt;bean/&gt; definitions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692696"/>
            <a:ext cx="7848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 Spring, bean scope is used to decide which type of bean instance should be return from Spring container back to the caller.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467544" y="1720840"/>
            <a:ext cx="83529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There are 5 types of bean scopes supported in spring</a:t>
            </a:r>
          </a:p>
          <a:p>
            <a:endParaRPr lang="en-US" sz="2000" dirty="0"/>
          </a:p>
          <a:p>
            <a:r>
              <a:rPr lang="en-US" sz="2000" b="1" dirty="0"/>
              <a:t>singleton</a:t>
            </a:r>
            <a:r>
              <a:rPr lang="en-US" sz="2000" dirty="0"/>
              <a:t> – Scopes a single bean definition to a single object instance per Spring </a:t>
            </a:r>
            <a:r>
              <a:rPr lang="en-US" sz="2000" dirty="0" err="1"/>
              <a:t>IoC</a:t>
            </a:r>
            <a:r>
              <a:rPr lang="en-US" sz="2000" dirty="0"/>
              <a:t> container.</a:t>
            </a:r>
          </a:p>
          <a:p>
            <a:endParaRPr lang="en-US" sz="2000" dirty="0"/>
          </a:p>
          <a:p>
            <a:r>
              <a:rPr lang="en-US" sz="2000" b="1" dirty="0"/>
              <a:t>prototype</a:t>
            </a:r>
            <a:r>
              <a:rPr lang="en-US" sz="2000" dirty="0"/>
              <a:t> – Return a new bean instance each time when requested</a:t>
            </a:r>
          </a:p>
          <a:p>
            <a:endParaRPr lang="en-US" sz="2000" dirty="0"/>
          </a:p>
          <a:p>
            <a:r>
              <a:rPr lang="en-US" sz="2000" b="1" dirty="0"/>
              <a:t>request </a:t>
            </a:r>
            <a:r>
              <a:rPr lang="en-US" sz="2000" dirty="0"/>
              <a:t>– Return a single bean instance per HTTP request.</a:t>
            </a:r>
          </a:p>
          <a:p>
            <a:endParaRPr lang="en-US" sz="2000" dirty="0"/>
          </a:p>
          <a:p>
            <a:r>
              <a:rPr lang="en-US" sz="2000" b="1" dirty="0"/>
              <a:t>session </a:t>
            </a:r>
            <a:r>
              <a:rPr lang="en-US" sz="2000" dirty="0"/>
              <a:t>– Return a single bean instance per HTTP session.</a:t>
            </a:r>
          </a:p>
          <a:p>
            <a:endParaRPr lang="en-US" sz="2000" dirty="0"/>
          </a:p>
          <a:p>
            <a:r>
              <a:rPr lang="en-US" sz="2000" b="1" dirty="0" err="1"/>
              <a:t>globalSession</a:t>
            </a:r>
            <a:r>
              <a:rPr lang="en-US" sz="2000" dirty="0"/>
              <a:t> – Return a single bean instance per global HTTP session.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332656"/>
            <a:ext cx="2207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Singleton bean scope</a:t>
            </a:r>
          </a:p>
        </p:txBody>
      </p:sp>
      <p:pic>
        <p:nvPicPr>
          <p:cNvPr id="3074" name="Picture 2" descr="https://2.bp.blogspot.com/-qofSu3rBgpM/UDkR5T_hV8I/AAAAAAAAAS0/ZAcHnGTa_VA/s640/singletonInSpring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628800"/>
            <a:ext cx="5734050" cy="4848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476672"/>
            <a:ext cx="227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Prototype bean scope</a:t>
            </a:r>
          </a:p>
        </p:txBody>
      </p:sp>
      <p:pic>
        <p:nvPicPr>
          <p:cNvPr id="2050" name="Picture 2" descr="https://3.bp.blogspot.com/-pr4c67Nka1A/UDkPHP_JXcI/AAAAAAAAASc/iyv6oRPj4R0/s640/PrototypeInSpring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124744"/>
            <a:ext cx="5734050" cy="48672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7797" y="1052735"/>
            <a:ext cx="8016651" cy="4781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15794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325</Words>
  <Application>Microsoft Office PowerPoint</Application>
  <PresentationFormat>On-screen Show (4:3)</PresentationFormat>
  <Paragraphs>38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srinivasa rao</cp:lastModifiedBy>
  <cp:revision>96</cp:revision>
  <dcterms:created xsi:type="dcterms:W3CDTF">2021-03-25T03:17:42Z</dcterms:created>
  <dcterms:modified xsi:type="dcterms:W3CDTF">2026-05-29T01:07:24Z</dcterms:modified>
</cp:coreProperties>
</file>