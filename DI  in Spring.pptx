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99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5" r:id="rId41"/>
    <p:sldId id="296" r:id="rId42"/>
    <p:sldId id="297" r:id="rId43"/>
    <p:sldId id="298" r:id="rId44"/>
    <p:sldId id="300" r:id="rId4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1227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68E434-ED76-45E6-919E-6F50FFCDC179}" type="datetimeFigureOut">
              <a:rPr lang="en-US" smtClean="0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03233D-80AD-46CA-B82A-44E34BEE63B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gif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1412776"/>
            <a:ext cx="7167737" cy="4299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1560" y="1196752"/>
            <a:ext cx="7704856" cy="45407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9592" y="1340768"/>
            <a:ext cx="7200800" cy="4536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3648" y="1124744"/>
            <a:ext cx="6120680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06880" y="1992630"/>
            <a:ext cx="5961464" cy="40286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3648" y="1124744"/>
            <a:ext cx="5722620" cy="40778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43608" y="1916832"/>
            <a:ext cx="6984776" cy="4176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1124744"/>
            <a:ext cx="6465520" cy="3907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9592" y="1196752"/>
            <a:ext cx="7200800" cy="4301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43608" y="2000250"/>
            <a:ext cx="6385892" cy="39490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35696" y="1412776"/>
            <a:ext cx="6321504" cy="33802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10690" y="2362200"/>
            <a:ext cx="5722620" cy="2939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1772816"/>
            <a:ext cx="6749742" cy="375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576" y="1996440"/>
            <a:ext cx="7488832" cy="3952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2506980"/>
            <a:ext cx="7560840" cy="3226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1412776"/>
            <a:ext cx="6264696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79712" y="980728"/>
            <a:ext cx="4824536" cy="54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1680" y="548680"/>
            <a:ext cx="5400600" cy="576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980728"/>
            <a:ext cx="6624736" cy="5040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24050" y="1400175"/>
            <a:ext cx="5295900" cy="405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tangle 2"/>
          <p:cNvSpPr/>
          <p:nvPr/>
        </p:nvSpPr>
        <p:spPr>
          <a:xfrm>
            <a:off x="395536" y="332656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b="1" dirty="0"/>
          </a:p>
          <a:p>
            <a:r>
              <a:rPr lang="en-US" b="1" dirty="0"/>
              <a:t>Reference Type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1412776"/>
            <a:ext cx="8604448" cy="4104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8600" y="1701800"/>
            <a:ext cx="6146800" cy="345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" y="704850"/>
            <a:ext cx="8001000" cy="544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9188" y="1104900"/>
            <a:ext cx="6905625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-247606"/>
            <a:ext cx="9144000" cy="7155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228528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itchFamily="34" charset="0"/>
              <a:ea typeface="Times New Roman" pitchFamily="18" charset="0"/>
              <a:cs typeface="Arial" pitchFamily="34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ea typeface="Times New Roman" pitchFamily="18" charset="0"/>
                <a:cs typeface="Arial" pitchFamily="34" charset="0"/>
              </a:rPr>
              <a:t>Autowiring</a:t>
            </a:r>
            <a:r>
              <a:rPr kumimoji="0" 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itchFamily="34" charset="0"/>
                <a:ea typeface="Times New Roman" pitchFamily="18" charset="0"/>
                <a:cs typeface="Arial" pitchFamily="34" charset="0"/>
              </a:rPr>
              <a:t> modes: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N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itchFamily="34" charset="0"/>
              <a:ea typeface="Times New Roman" pitchFamily="18" charset="0"/>
              <a:cs typeface="Arial" pitchFamily="34" charset="0"/>
            </a:endParaRPr>
          </a:p>
          <a:p>
            <a:r>
              <a:rPr lang="en-IN" b="1" dirty="0">
                <a:latin typeface="Arial" pitchFamily="34" charset="0"/>
                <a:cs typeface="Arial" pitchFamily="34" charset="0"/>
              </a:rPr>
              <a:t>no: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r>
              <a:rPr lang="en-IN" dirty="0">
                <a:latin typeface="Arial" pitchFamily="34" charset="0"/>
                <a:cs typeface="Arial" pitchFamily="34" charset="0"/>
              </a:rPr>
              <a:t>Default, no auto wiring, set it manually via “ref” attribute as we have done in dependency injection via </a:t>
            </a:r>
            <a:r>
              <a:rPr lang="en-IN" dirty="0" err="1">
                <a:latin typeface="Arial" pitchFamily="34" charset="0"/>
                <a:cs typeface="Arial" pitchFamily="34" charset="0"/>
              </a:rPr>
              <a:t>settor</a:t>
            </a:r>
            <a:r>
              <a:rPr lang="en-IN" dirty="0">
                <a:latin typeface="Arial" pitchFamily="34" charset="0"/>
                <a:cs typeface="Arial" pitchFamily="34" charset="0"/>
              </a:rPr>
              <a:t> method post.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r>
              <a:rPr lang="en-IN" b="1" dirty="0" err="1">
                <a:latin typeface="Arial" pitchFamily="34" charset="0"/>
                <a:cs typeface="Arial" pitchFamily="34" charset="0"/>
              </a:rPr>
              <a:t>byName</a:t>
            </a:r>
            <a:r>
              <a:rPr lang="en-IN" b="1" dirty="0">
                <a:latin typeface="Arial" pitchFamily="34" charset="0"/>
                <a:cs typeface="Arial" pitchFamily="34" charset="0"/>
              </a:rPr>
              <a:t>: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r>
              <a:rPr lang="en-IN" dirty="0" err="1">
                <a:latin typeface="Arial" pitchFamily="34" charset="0"/>
                <a:cs typeface="Arial" pitchFamily="34" charset="0"/>
              </a:rPr>
              <a:t>Autowiring</a:t>
            </a:r>
            <a:r>
              <a:rPr lang="en-IN" dirty="0">
                <a:latin typeface="Arial" pitchFamily="34" charset="0"/>
                <a:cs typeface="Arial" pitchFamily="34" charset="0"/>
              </a:rPr>
              <a:t> by property name. Spring container looks at the properties of the beans on which </a:t>
            </a:r>
            <a:r>
              <a:rPr lang="en-IN" i="1" dirty="0" err="1">
                <a:latin typeface="Arial" pitchFamily="34" charset="0"/>
                <a:cs typeface="Arial" pitchFamily="34" charset="0"/>
              </a:rPr>
              <a:t>autowire</a:t>
            </a:r>
            <a:r>
              <a:rPr lang="en-IN" dirty="0">
                <a:latin typeface="Arial" pitchFamily="34" charset="0"/>
                <a:cs typeface="Arial" pitchFamily="34" charset="0"/>
              </a:rPr>
              <a:t> attribute is set to </a:t>
            </a:r>
            <a:r>
              <a:rPr lang="en-IN" i="1" dirty="0" err="1">
                <a:latin typeface="Arial" pitchFamily="34" charset="0"/>
                <a:cs typeface="Arial" pitchFamily="34" charset="0"/>
              </a:rPr>
              <a:t>byName</a:t>
            </a:r>
            <a:r>
              <a:rPr lang="en-IN" dirty="0">
                <a:latin typeface="Arial" pitchFamily="34" charset="0"/>
                <a:cs typeface="Arial" pitchFamily="34" charset="0"/>
              </a:rPr>
              <a:t> in the XML configuration file and it tries to match it with name of bean in xml configuration file.</a:t>
            </a:r>
          </a:p>
          <a:p>
            <a:endParaRPr lang="en-IN" dirty="0">
              <a:latin typeface="Arial" pitchFamily="34" charset="0"/>
              <a:cs typeface="Arial" pitchFamily="34" charset="0"/>
            </a:endParaRP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r>
              <a:rPr lang="en-IN" b="1" dirty="0" err="1">
                <a:latin typeface="Arial" pitchFamily="34" charset="0"/>
                <a:cs typeface="Arial" pitchFamily="34" charset="0"/>
              </a:rPr>
              <a:t>byType</a:t>
            </a:r>
            <a:r>
              <a:rPr lang="en-IN" b="1" dirty="0">
                <a:latin typeface="Arial" pitchFamily="34" charset="0"/>
                <a:cs typeface="Arial" pitchFamily="34" charset="0"/>
              </a:rPr>
              <a:t>: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r>
              <a:rPr lang="en-IN" dirty="0" err="1">
                <a:latin typeface="Arial" pitchFamily="34" charset="0"/>
                <a:cs typeface="Arial" pitchFamily="34" charset="0"/>
              </a:rPr>
              <a:t>Autowiring</a:t>
            </a:r>
            <a:r>
              <a:rPr lang="en-IN" dirty="0">
                <a:latin typeface="Arial" pitchFamily="34" charset="0"/>
                <a:cs typeface="Arial" pitchFamily="34" charset="0"/>
              </a:rPr>
              <a:t> by property </a:t>
            </a:r>
            <a:r>
              <a:rPr lang="en-IN" dirty="0" err="1">
                <a:latin typeface="Arial" pitchFamily="34" charset="0"/>
                <a:cs typeface="Arial" pitchFamily="34" charset="0"/>
              </a:rPr>
              <a:t>datatype</a:t>
            </a:r>
            <a:r>
              <a:rPr lang="en-IN" dirty="0">
                <a:latin typeface="Arial" pitchFamily="34" charset="0"/>
                <a:cs typeface="Arial" pitchFamily="34" charset="0"/>
              </a:rPr>
              <a:t>. Spring container looks at the properties of the beans on which </a:t>
            </a:r>
            <a:r>
              <a:rPr lang="en-IN" i="1" dirty="0" err="1">
                <a:latin typeface="Arial" pitchFamily="34" charset="0"/>
                <a:cs typeface="Arial" pitchFamily="34" charset="0"/>
              </a:rPr>
              <a:t>autowire</a:t>
            </a:r>
            <a:r>
              <a:rPr lang="en-IN" dirty="0">
                <a:latin typeface="Arial" pitchFamily="34" charset="0"/>
                <a:cs typeface="Arial" pitchFamily="34" charset="0"/>
              </a:rPr>
              <a:t> attribute is set to </a:t>
            </a:r>
            <a:r>
              <a:rPr lang="en-IN" i="1" dirty="0" err="1">
                <a:latin typeface="Arial" pitchFamily="34" charset="0"/>
                <a:cs typeface="Arial" pitchFamily="34" charset="0"/>
              </a:rPr>
              <a:t>byType</a:t>
            </a:r>
            <a:r>
              <a:rPr lang="en-IN" dirty="0">
                <a:latin typeface="Arial" pitchFamily="34" charset="0"/>
                <a:cs typeface="Arial" pitchFamily="34" charset="0"/>
              </a:rPr>
              <a:t> in the XML configuration file. </a:t>
            </a:r>
          </a:p>
          <a:p>
            <a:r>
              <a:rPr lang="en-IN" dirty="0">
                <a:latin typeface="Arial" pitchFamily="34" charset="0"/>
                <a:cs typeface="Arial" pitchFamily="34" charset="0"/>
              </a:rPr>
              <a:t>It then tries to match and wire a property if its </a:t>
            </a:r>
            <a:r>
              <a:rPr lang="en-IN" b="1" dirty="0">
                <a:latin typeface="Arial" pitchFamily="34" charset="0"/>
                <a:cs typeface="Arial" pitchFamily="34" charset="0"/>
              </a:rPr>
              <a:t>type</a:t>
            </a:r>
            <a:r>
              <a:rPr lang="en-IN" dirty="0">
                <a:latin typeface="Arial" pitchFamily="34" charset="0"/>
                <a:cs typeface="Arial" pitchFamily="34" charset="0"/>
              </a:rPr>
              <a:t> matches with exactly one of the beans name in configuration file. If more than one such beans exists, a fatal exception is thrown.</a:t>
            </a:r>
          </a:p>
          <a:p>
            <a:endParaRPr lang="en-IN" dirty="0">
              <a:latin typeface="Arial" pitchFamily="34" charset="0"/>
              <a:cs typeface="Arial" pitchFamily="34" charset="0"/>
            </a:endParaRP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r>
              <a:rPr lang="en-IN" b="1" dirty="0" err="1">
                <a:latin typeface="Arial" pitchFamily="34" charset="0"/>
                <a:cs typeface="Arial" pitchFamily="34" charset="0"/>
              </a:rPr>
              <a:t>contructor</a:t>
            </a:r>
            <a:r>
              <a:rPr lang="en-IN" b="1" dirty="0">
                <a:latin typeface="Arial" pitchFamily="34" charset="0"/>
                <a:cs typeface="Arial" pitchFamily="34" charset="0"/>
              </a:rPr>
              <a:t>: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r>
              <a:rPr lang="en-IN" dirty="0" err="1">
                <a:latin typeface="Arial" pitchFamily="34" charset="0"/>
                <a:cs typeface="Arial" pitchFamily="34" charset="0"/>
              </a:rPr>
              <a:t>byType</a:t>
            </a:r>
            <a:r>
              <a:rPr lang="en-IN" dirty="0">
                <a:latin typeface="Arial" pitchFamily="34" charset="0"/>
                <a:cs typeface="Arial" pitchFamily="34" charset="0"/>
              </a:rPr>
              <a:t> mode in constructor argument.</a:t>
            </a:r>
            <a:endParaRPr lang="en-US" dirty="0">
              <a:latin typeface="Arial" pitchFamily="34" charset="0"/>
              <a:cs typeface="Arial" pitchFamily="34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b="1" i="0" u="none" strike="noStrike" cap="none" normalizeH="0" baseline="0" dirty="0">
              <a:ln>
                <a:noFill/>
              </a:ln>
              <a:solidFill>
                <a:srgbClr val="4472C4"/>
              </a:solidFill>
              <a:effectLst/>
              <a:latin typeface="Arial" pitchFamily="34" charset="0"/>
              <a:ea typeface="Times New Roman" pitchFamily="18" charset="0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1063" y="828675"/>
            <a:ext cx="7381875" cy="520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52625" y="890588"/>
            <a:ext cx="5238750" cy="5076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2913" y="1624013"/>
            <a:ext cx="8258175" cy="360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4788" y="1800225"/>
            <a:ext cx="8734425" cy="3257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9150" y="1095375"/>
            <a:ext cx="7505700" cy="466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5363" y="1247775"/>
            <a:ext cx="7153275" cy="436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2113" y="1028700"/>
            <a:ext cx="5819775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9552" y="952500"/>
            <a:ext cx="6404173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2188" y="1414463"/>
            <a:ext cx="4619625" cy="4029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9588" y="1647825"/>
            <a:ext cx="8124825" cy="3562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0975" y="1939925"/>
            <a:ext cx="6242050" cy="297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47775" y="1033463"/>
            <a:ext cx="6648450" cy="479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51520" y="1412776"/>
            <a:ext cx="820891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The objects that form the backbone of your application and that are managed by the Spring </a:t>
            </a:r>
            <a:r>
              <a:rPr lang="en-US" sz="2800" dirty="0" err="1"/>
              <a:t>IoC</a:t>
            </a:r>
            <a:r>
              <a:rPr lang="en-US" sz="2800" dirty="0"/>
              <a:t> container are called </a:t>
            </a:r>
            <a:r>
              <a:rPr lang="en-US" sz="2800" b="1" dirty="0"/>
              <a:t>beans</a:t>
            </a:r>
            <a:r>
              <a:rPr lang="en-US" sz="2800" dirty="0"/>
              <a:t>.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A bean is an object that is instantiated, assembled, and otherwise managed by a Spring </a:t>
            </a:r>
            <a:r>
              <a:rPr lang="en-US" sz="2800" dirty="0" err="1"/>
              <a:t>IoC</a:t>
            </a:r>
            <a:r>
              <a:rPr lang="en-US" sz="2800" dirty="0"/>
              <a:t> container. These beans are created with the configuration metadata that you supply to the container. For example, in the form of XML &lt;bean/&gt; definitions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3528" y="692696"/>
            <a:ext cx="78488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/>
              <a:t>In Spring, bean scope is used to decide which type of bean instance should be return from Spring container back to the caller.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467544" y="1720840"/>
            <a:ext cx="835292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/>
              <a:t>There are 5 types of bean scopes supported in spring</a:t>
            </a:r>
          </a:p>
          <a:p>
            <a:endParaRPr lang="en-US" sz="2000" dirty="0"/>
          </a:p>
          <a:p>
            <a:r>
              <a:rPr lang="en-US" sz="2000" b="1" dirty="0"/>
              <a:t>singleton</a:t>
            </a:r>
            <a:r>
              <a:rPr lang="en-US" sz="2000" dirty="0"/>
              <a:t> – Scopes a single bean definition to a single object instance per Spring </a:t>
            </a:r>
            <a:r>
              <a:rPr lang="en-US" sz="2000" dirty="0" err="1"/>
              <a:t>IoC</a:t>
            </a:r>
            <a:r>
              <a:rPr lang="en-US" sz="2000" dirty="0"/>
              <a:t> container.</a:t>
            </a:r>
          </a:p>
          <a:p>
            <a:endParaRPr lang="en-US" sz="2000" dirty="0"/>
          </a:p>
          <a:p>
            <a:r>
              <a:rPr lang="en-US" sz="2000" b="1" dirty="0"/>
              <a:t>prototype</a:t>
            </a:r>
            <a:r>
              <a:rPr lang="en-US" sz="2000" dirty="0"/>
              <a:t> – Return a new bean instance each time when requested</a:t>
            </a:r>
          </a:p>
          <a:p>
            <a:endParaRPr lang="en-US" sz="2000" dirty="0"/>
          </a:p>
          <a:p>
            <a:r>
              <a:rPr lang="en-US" sz="2000" b="1" dirty="0"/>
              <a:t>request </a:t>
            </a:r>
            <a:r>
              <a:rPr lang="en-US" sz="2000" dirty="0"/>
              <a:t>– Return a single bean instance per HTTP request.</a:t>
            </a:r>
          </a:p>
          <a:p>
            <a:endParaRPr lang="en-US" sz="2000" dirty="0"/>
          </a:p>
          <a:p>
            <a:r>
              <a:rPr lang="en-US" sz="2000" b="1" dirty="0"/>
              <a:t>session </a:t>
            </a:r>
            <a:r>
              <a:rPr lang="en-US" sz="2000" dirty="0"/>
              <a:t>– Return a single bean instance per HTTP session.</a:t>
            </a:r>
          </a:p>
          <a:p>
            <a:endParaRPr lang="en-US" sz="2000" dirty="0"/>
          </a:p>
          <a:p>
            <a:r>
              <a:rPr lang="en-US" sz="2000" b="1" dirty="0" err="1"/>
              <a:t>globalSession</a:t>
            </a:r>
            <a:r>
              <a:rPr lang="en-US" sz="2000" dirty="0"/>
              <a:t> – Return a single bean instance per global HTTP session.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95536" y="332656"/>
            <a:ext cx="22074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Singleton bean scope</a:t>
            </a:r>
          </a:p>
        </p:txBody>
      </p:sp>
      <p:pic>
        <p:nvPicPr>
          <p:cNvPr id="3074" name="Picture 2" descr="https://2.bp.blogspot.com/-qofSu3rBgpM/UDkR5T_hV8I/AAAAAAAAAS0/ZAcHnGTa_VA/s640/singletonInSpring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1680" y="1628800"/>
            <a:ext cx="5734050" cy="48482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3528" y="476672"/>
            <a:ext cx="22703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Prototype bean scope</a:t>
            </a:r>
          </a:p>
        </p:txBody>
      </p:sp>
      <p:pic>
        <p:nvPicPr>
          <p:cNvPr id="2050" name="Picture 2" descr="https://3.bp.blogspot.com/-pr4c67Nka1A/UDkPHP_JXcI/AAAAAAAAASc/iyv6oRPj4R0/s640/PrototypeInSpring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1124744"/>
            <a:ext cx="5734050" cy="48672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7797" y="1052735"/>
            <a:ext cx="8016651" cy="47813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715794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1319</TotalTime>
  <Words>325</Words>
  <Application>Microsoft Office PowerPoint</Application>
  <PresentationFormat>On-screen Show (4:3)</PresentationFormat>
  <Paragraphs>38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91924</dc:creator>
  <cp:lastModifiedBy>srinivasa rao</cp:lastModifiedBy>
  <cp:revision>96</cp:revision>
  <dcterms:created xsi:type="dcterms:W3CDTF">2021-03-25T03:17:42Z</dcterms:created>
  <dcterms:modified xsi:type="dcterms:W3CDTF">2026-05-29T00:54:52Z</dcterms:modified>
</cp:coreProperties>
</file>